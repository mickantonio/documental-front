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3"/>
  </p:sldMasterIdLst>
  <p:notesMasterIdLst>
    <p:notesMasterId r:id="rId15"/>
  </p:notesMasterIdLst>
  <p:handoutMasterIdLst>
    <p:handoutMasterId r:id="rId16"/>
  </p:handoutMasterIdLst>
  <p:sldIdLst>
    <p:sldId id="298" r:id="rId4"/>
    <p:sldId id="283" r:id="rId5"/>
    <p:sldId id="297" r:id="rId6"/>
    <p:sldId id="292" r:id="rId7"/>
    <p:sldId id="284" r:id="rId8"/>
    <p:sldId id="293" r:id="rId9"/>
    <p:sldId id="294" r:id="rId10"/>
    <p:sldId id="295" r:id="rId11"/>
    <p:sldId id="285" r:id="rId12"/>
    <p:sldId id="296" r:id="rId13"/>
    <p:sldId id="281" r:id="rId14"/>
  </p:sldIdLst>
  <p:sldSz cx="12192000" cy="6858000"/>
  <p:notesSz cx="6858000" cy="9144000"/>
  <p:defaultTextStyle>
    <a:defPPr rtl="0"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5" autoAdjust="0"/>
    <p:restoredTop sz="94574" autoAdjust="0"/>
  </p:normalViewPr>
  <p:slideViewPr>
    <p:cSldViewPr snapToGrid="0">
      <p:cViewPr varScale="1">
        <p:scale>
          <a:sx n="84" d="100"/>
          <a:sy n="84" d="100"/>
        </p:scale>
        <p:origin x="643" y="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90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lha_de_C_lculo_do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lha_de_C_lculo_do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lha_de_C_lculo_do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pt-PT" sz="1862" b="0" i="0" u="none" strike="noStrike" kern="1200" spc="0" baseline="0" noProof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Receita Bruta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pt-PT" sz="1862" b="0" i="0" u="none" strike="noStrike" kern="1200" spc="0" baseline="0" noProof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ADA-48E7-A321-402E979D220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ADA-48E7-A321-402E979D2202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ADA-48E7-A321-402E979D2202}"/>
              </c:ext>
            </c:extLst>
          </c:dPt>
          <c:cat>
            <c:strRef>
              <c:f>Sheet1!$A$2:$A$6</c:f>
              <c:strCache>
                <c:ptCount val="5"/>
                <c:pt idx="0">
                  <c:v>20AA</c:v>
                </c:pt>
                <c:pt idx="1">
                  <c:v>20AA</c:v>
                </c:pt>
                <c:pt idx="2">
                  <c:v>20AA</c:v>
                </c:pt>
                <c:pt idx="3">
                  <c:v>20AA</c:v>
                </c:pt>
                <c:pt idx="4">
                  <c:v>20AA</c:v>
                </c:pt>
              </c:strCache>
            </c:strRef>
          </c:cat>
          <c:val>
            <c:numRef>
              <c:f>Sheet1!$B$2:$B$6</c:f>
              <c:numCache>
                <c:formatCode>#,##0\ "€"</c:formatCode>
                <c:ptCount val="5"/>
                <c:pt idx="0">
                  <c:v>0</c:v>
                </c:pt>
                <c:pt idx="1">
                  <c:v>6750</c:v>
                </c:pt>
                <c:pt idx="2">
                  <c:v>33750</c:v>
                </c:pt>
                <c:pt idx="3">
                  <c:v>135000</c:v>
                </c:pt>
                <c:pt idx="4">
                  <c:v>270000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DA-48E7-A321-402E979D2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1000041416"/>
        <c:axId val="1000041744"/>
      </c:barChart>
      <c:catAx>
        <c:axId val="1000041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0041744"/>
        <c:crosses val="autoZero"/>
        <c:auto val="1"/>
        <c:lblAlgn val="ctr"/>
        <c:lblOffset val="100"/>
        <c:noMultiLvlLbl val="0"/>
      </c:catAx>
      <c:valAx>
        <c:axId val="1000041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\ &quot;€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0041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pt-PT" sz="1862" b="0" i="0" u="none" strike="noStrike" kern="1200" spc="0" baseline="0" noProof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Vendas da Empresa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pt-PT" sz="1862" b="0" i="0" u="none" strike="noStrike" kern="1200" spc="0" baseline="0" noProof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3"/>
            </a:solidFill>
          </c:spPr>
          <c:dPt>
            <c:idx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EFA-4A5E-AB52-FBB4B74C74A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ADA-48E7-A321-402E979D220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BEFA-4A5E-AB52-FBB4B74C74A7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ADA-48E7-A321-402E979D2202}"/>
              </c:ext>
            </c:extLst>
          </c:dPt>
          <c:dPt>
            <c:idx val="4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ADA-48E7-A321-402E979D2202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EFA-4A5E-AB52-FBB4B74C74A7}"/>
                </c:ext>
              </c:extLst>
            </c:dLbl>
            <c:dLbl>
              <c:idx val="1"/>
              <c:layout>
                <c:manualLayout>
                  <c:x val="-0.11615923344937455"/>
                  <c:y val="-0.14002523289348653"/>
                </c:manualLayout>
              </c:layout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ADA-48E7-A321-402E979D2202}"/>
                </c:ext>
              </c:extLst>
            </c:dLbl>
            <c:dLbl>
              <c:idx val="2"/>
              <c:layout>
                <c:manualLayout>
                  <c:x val="0.13864166572989867"/>
                  <c:y val="-0.15145586415009771"/>
                </c:manualLayout>
              </c:layout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EFA-4A5E-AB52-FBB4B74C74A7}"/>
                </c:ext>
              </c:extLst>
            </c:dLbl>
            <c:dLbl>
              <c:idx val="3"/>
              <c:layout>
                <c:manualLayout>
                  <c:x val="6.9525299079784011E-2"/>
                  <c:y val="0.28576578141527864"/>
                </c:manualLayout>
              </c:layout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ADA-48E7-A321-402E979D2202}"/>
                </c:ext>
              </c:extLst>
            </c:dLbl>
            <c:dLbl>
              <c:idx val="4"/>
              <c:layout>
                <c:manualLayout>
                  <c:x val="-9.3028734731787827E-2"/>
                  <c:y val="0.2076871445225561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319534076669815"/>
                      <c:h val="5.02227735526694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0ADA-48E7-A321-402E979D22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20AA</c:v>
                </c:pt>
                <c:pt idx="1">
                  <c:v>20AA</c:v>
                </c:pt>
                <c:pt idx="2">
                  <c:v>20AA</c:v>
                </c:pt>
                <c:pt idx="3">
                  <c:v>20AA</c:v>
                </c:pt>
                <c:pt idx="4">
                  <c:v>20AA</c:v>
                </c:pt>
              </c:strCache>
            </c:strRef>
          </c:cat>
          <c:val>
            <c:numRef>
              <c:f>Sheet1!$B$2:$B$6</c:f>
              <c:numCache>
                <c:formatCode>#,##0\ "€"</c:formatCode>
                <c:ptCount val="5"/>
                <c:pt idx="0">
                  <c:v>0</c:v>
                </c:pt>
                <c:pt idx="1">
                  <c:v>6750</c:v>
                </c:pt>
                <c:pt idx="2">
                  <c:v>33750</c:v>
                </c:pt>
                <c:pt idx="3">
                  <c:v>135000</c:v>
                </c:pt>
                <c:pt idx="4">
                  <c:v>270000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DA-48E7-A321-402E979D2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pt-PT" sz="1862" b="0" i="0" u="none" strike="noStrike" kern="1200" spc="0" baseline="0" noProof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Receita</a:t>
            </a:r>
            <a:r>
              <a:rPr lang="pt-PT" baseline="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ao Longo do Tempo</a:t>
            </a:r>
            <a:endParaRPr lang="pt-PT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pt-PT" sz="1862" b="0" i="0" u="none" strike="noStrike" kern="1200" spc="0" baseline="0" noProof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1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ADA-48E7-A321-402E979D2202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ADA-48E7-A321-402E979D2202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0ADA-48E7-A321-402E979D2202}"/>
              </c:ext>
            </c:extLst>
          </c:dPt>
          <c:cat>
            <c:strRef>
              <c:f>Sheet1!$A$2:$A$6</c:f>
              <c:strCache>
                <c:ptCount val="5"/>
                <c:pt idx="0">
                  <c:v>20AA</c:v>
                </c:pt>
                <c:pt idx="1">
                  <c:v>20AA</c:v>
                </c:pt>
                <c:pt idx="2">
                  <c:v>20AA</c:v>
                </c:pt>
                <c:pt idx="3">
                  <c:v>20AA</c:v>
                </c:pt>
                <c:pt idx="4">
                  <c:v>20AA</c:v>
                </c:pt>
              </c:strCache>
            </c:strRef>
          </c:cat>
          <c:val>
            <c:numRef>
              <c:f>Sheet1!$B$2:$B$6</c:f>
              <c:numCache>
                <c:formatCode>#,##0\ "€"</c:formatCode>
                <c:ptCount val="5"/>
                <c:pt idx="0">
                  <c:v>0</c:v>
                </c:pt>
                <c:pt idx="1">
                  <c:v>6750</c:v>
                </c:pt>
                <c:pt idx="2">
                  <c:v>33750</c:v>
                </c:pt>
                <c:pt idx="3">
                  <c:v>135000</c:v>
                </c:pt>
                <c:pt idx="4">
                  <c:v>270000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0ADA-48E7-A321-402E979D2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00041416"/>
        <c:axId val="1000041744"/>
      </c:lineChart>
      <c:catAx>
        <c:axId val="1000041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0041744"/>
        <c:crosses val="autoZero"/>
        <c:auto val="1"/>
        <c:lblAlgn val="ctr"/>
        <c:lblOffset val="100"/>
        <c:noMultiLvlLbl val="0"/>
      </c:catAx>
      <c:valAx>
        <c:axId val="1000041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\ &quot;€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0041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DF29FC9-62EE-41DA-8063-29EF3B77BD78}" type="datetime1">
              <a:rPr lang="pt-PT" smtClean="0"/>
              <a:t>10/03/2023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AB80A-A944-4517-A4D0-352EFDB07E5A}" type="datetime1">
              <a:rPr lang="pt-PT" smtClean="0"/>
              <a:pPr/>
              <a:t>10/03/2023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PT" dirty="0"/>
              <a:t>Editar estilos de 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97835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o de 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ção da Imagem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PT"/>
              <a:t>Insira ou Arraste e Largue a Fotografia Aqui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ctr" anchorCtr="0">
            <a:noAutofit/>
          </a:bodyPr>
          <a:lstStyle>
            <a:lvl1pPr algn="r">
              <a:defRPr lang="en-ZA" sz="4400" b="1" spc="-300" dirty="0"/>
            </a:lvl1pPr>
          </a:lstStyle>
          <a:p>
            <a:pPr lvl="0" algn="r" rtl="0"/>
            <a:r>
              <a:rPr lang="pt-PT" dirty="0"/>
              <a:t>Clique para editar o título da apresentação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 rtl="0"/>
            <a:r>
              <a:rPr lang="pt-PT" dirty="0"/>
              <a:t>Clique para editar o estilo do subtítulo do Modelo Global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o de Separado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ção da Imagem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PT"/>
              <a:t>Insira ou Arraste e Largue </a:t>
            </a:r>
            <a:br>
              <a:rPr lang="pt-PT"/>
            </a:br>
            <a:r>
              <a:rPr lang="pt-PT"/>
              <a:t>a Fotografia Aqui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5400" b="1" spc="-300" dirty="0"/>
            </a:lvl1pPr>
          </a:lstStyle>
          <a:p>
            <a:pPr lvl="0" algn="r" rtl="0"/>
            <a:r>
              <a:rPr lang="pt-PT" dirty="0"/>
              <a:t>Clique para editar o separador de secção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PT" dirty="0"/>
              <a:t>Clique para editar o estilo do subtítulo do Modelo Global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/>
              <a:t>Adicione um rodapé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PT" smtClean="0"/>
              <a:pPr rtl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o de separação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ção da Imagem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PT"/>
              <a:t>Insira ou Arraste e Largue </a:t>
            </a:r>
            <a:br>
              <a:rPr lang="pt-PT"/>
            </a:br>
            <a:r>
              <a:rPr lang="pt-PT"/>
              <a:t>a Fotografia Aqui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defRPr sz="54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pt-PT" dirty="0"/>
              <a:t>Clique para editar o separador de secção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PT" dirty="0"/>
              <a:t>Clique para editar o estilo do subtítulo do Modelo Global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/>
              <a:t>Adicione um rodapé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PT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PT" smtClean="0"/>
              <a:pPr rtl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quema de Imagem de Tex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PT"/>
              <a:t>Inserir ou Arrastar e Largar a Fotografia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 rtlCol="0"/>
          <a:lstStyle>
            <a:lvl1pPr algn="r">
              <a:defRPr sz="40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PT" dirty="0"/>
              <a:t>Edite o título da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PT" dirty="0"/>
              <a:t>Subtítulo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2668686"/>
            <a:ext cx="5472000" cy="2999426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 dirty="0"/>
              <a:t>Editar estilos de 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t-PT"/>
              <a:t>Adicione um rodapé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PT" smtClean="0"/>
              <a:pPr rtl="0"/>
              <a:t>‹nº›</a:t>
            </a:fld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quema de Imagem de 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PT"/>
              <a:t>Inserir ou Arrastar e Largar a Fotografia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0" bIns="180000" rtlCol="0"/>
          <a:lstStyle>
            <a:lvl1pPr algn="l">
              <a:defRPr sz="39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PT" dirty="0"/>
              <a:t>Clique para editar o título da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PT" dirty="0"/>
              <a:t>Subtítulo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 dirty="0"/>
              <a:t>Editar estilos de 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t-PT"/>
              <a:t>Adicione um rodapé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PT" smtClean="0"/>
              <a:pPr rtl="0"/>
              <a:t>‹nº›</a:t>
            </a:fld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PT" dirty="0"/>
              <a:t>Clique para editar o título da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PT" dirty="0"/>
              <a:t>Subtítulo</a:t>
            </a:r>
          </a:p>
        </p:txBody>
      </p:sp>
      <p:sp>
        <p:nvSpPr>
          <p:cNvPr id="3" name="Marcador de Posição da Comparação Esquerda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dirty="0"/>
              <a:t>Editar estilos de texto do Modelo Global</a:t>
            </a: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 dirty="0"/>
              <a:t>Editar estilos de 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</a:p>
        </p:txBody>
      </p:sp>
      <p:sp>
        <p:nvSpPr>
          <p:cNvPr id="12" name="Marcador de Posição da Comparação Esquerda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pt-PT" dirty="0"/>
              <a:t>Editar estilos de texto do Modelo Global</a:t>
            </a:r>
          </a:p>
        </p:txBody>
      </p:sp>
      <p:sp>
        <p:nvSpPr>
          <p:cNvPr id="8" name="Marcador de Posição do Texto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pt-PT" dirty="0"/>
              <a:t>Editar estilos de 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pt-PT"/>
              <a:t>Adicione um rodapé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PT" smtClean="0"/>
              <a:pPr rtl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grafi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PT"/>
              <a:t>Inserir ou Arrastar e Largar a Fotografia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 dirty="0"/>
              <a:t>Introduza a legenda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t-PT"/>
              <a:t>Adicione um rodapé</a:t>
            </a:r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PT" smtClean="0"/>
              <a:pPr rtl="0"/>
              <a:t>‹nº›</a:t>
            </a:fld>
            <a:endParaRPr lang="pt-PT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 dirty="0"/>
              <a:t>Clique para editar o estilo do título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ção da Imagem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PT"/>
              <a:t>Insira ou Arraste e Largue a Fotografia Aqui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 rtl="0"/>
            <a:r>
              <a:rPr lang="pt-PT" dirty="0"/>
              <a:t>Obrigado</a:t>
            </a:r>
          </a:p>
        </p:txBody>
      </p:sp>
      <p:sp>
        <p:nvSpPr>
          <p:cNvPr id="9" name="Marcador de Posição do Texto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PT" dirty="0"/>
              <a:t>Nome Completo</a:t>
            </a:r>
          </a:p>
        </p:txBody>
      </p:sp>
      <p:sp>
        <p:nvSpPr>
          <p:cNvPr id="10" name="Marcador de Posição do Texto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PT" dirty="0"/>
              <a:t>Número de Telefone</a:t>
            </a:r>
          </a:p>
        </p:txBody>
      </p:sp>
      <p:sp>
        <p:nvSpPr>
          <p:cNvPr id="11" name="Marcador de Posição do Texto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lnSpc>
                <a:spcPct val="70000"/>
              </a:lnSpc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PT" dirty="0"/>
              <a:t>Identificador de Rede Social ou E-mail</a:t>
            </a:r>
          </a:p>
        </p:txBody>
      </p:sp>
      <p:sp>
        <p:nvSpPr>
          <p:cNvPr id="12" name="Marcador de Posição do Texto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PT" dirty="0"/>
              <a:t>Site da Empresa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PT" smtClean="0"/>
              <a:pPr rtl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PT" dirty="0"/>
              <a:t>Clique para editar o título da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PT" dirty="0"/>
              <a:t>Subtítulo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 dirty="0"/>
              <a:t>Editar estilos de 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pt-PT"/>
              <a:t>Adicione um rodapé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PT" smtClean="0"/>
              <a:pPr rtl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PT" dirty="0"/>
              <a:t>Clique para editar o título da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PT" dirty="0"/>
              <a:t>Subtítulo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 dirty="0"/>
              <a:t>Editar estilos de 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</a:p>
        </p:txBody>
      </p:sp>
      <p:sp>
        <p:nvSpPr>
          <p:cNvPr id="6" name="Marcador de Posição do Texto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pt-PT" dirty="0"/>
              <a:t>Editar estilos de 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t-PT"/>
              <a:t>Adicione um rodapé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PT" smtClean="0"/>
              <a:pPr rtl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PT" dirty="0"/>
              <a:t>Clique para editar o título da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PT" dirty="0"/>
              <a:t>Subtítulo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 dirty="0"/>
              <a:t>Editar estilos de 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pt-PT" dirty="0"/>
              <a:t>Editar estilos de 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</a:p>
        </p:txBody>
      </p:sp>
      <p:sp>
        <p:nvSpPr>
          <p:cNvPr id="11" name="Marcador de Posição do Texto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pt-PT" dirty="0"/>
              <a:t>Editar estilos de 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pt-PT"/>
              <a:t>Adicione um rodapé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PT" smtClean="0"/>
              <a:pPr rtl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PT" dirty="0"/>
              <a:t>Clique para editar o título da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PT" dirty="0"/>
              <a:t>Subtítulo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PT" dirty="0"/>
              <a:t>Editar estilos de 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pt-PT" dirty="0"/>
              <a:t>Editar estilos de 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</a:p>
        </p:txBody>
      </p:sp>
      <p:sp>
        <p:nvSpPr>
          <p:cNvPr id="13" name="Marcador de Posição do Texto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pt-PT" dirty="0"/>
              <a:t>Editar estilos de 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</a:p>
        </p:txBody>
      </p:sp>
      <p:sp>
        <p:nvSpPr>
          <p:cNvPr id="15" name="Marcador de Posição do Texto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pt-PT" dirty="0"/>
              <a:t>Editar estilos de 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</a:p>
        </p:txBody>
      </p:sp>
      <p:sp>
        <p:nvSpPr>
          <p:cNvPr id="17" name="Marcador de Posição do Texto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pt-PT" dirty="0"/>
              <a:t>Editar estilos de 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pt-PT"/>
              <a:t>Adicione um rodapé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PT" smtClean="0"/>
              <a:pPr rtl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PT" dirty="0"/>
              <a:t>Clique para editar o título da página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PT" dirty="0"/>
              <a:t>Subtítulo</a:t>
            </a:r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pt-PT"/>
              <a:t>Adicione um rodapé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PT" smtClean="0"/>
              <a:pPr rtl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Rodapé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pt-PT"/>
              <a:t>Adicione um rodapé</a:t>
            </a:r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PT" smtClean="0"/>
              <a:pPr rtl="0"/>
              <a:t>‹nº›</a:t>
            </a:fld>
            <a:endParaRPr lang="pt-PT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 dirty="0"/>
              <a:t>Clique para editar o estilo do título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pt-PT" dirty="0"/>
              <a:t>Clique para editar o título da página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pt-PT" dirty="0"/>
              <a:t>Editar estilos de 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PT"/>
              <a:t>Adicione um rodapé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pt-PT" smtClean="0"/>
              <a:pPr rtl="0"/>
              <a:t>‹nº›</a:t>
            </a:fld>
            <a:endParaRPr lang="pt-PT"/>
          </a:p>
        </p:txBody>
      </p:sp>
      <p:sp>
        <p:nvSpPr>
          <p:cNvPr id="4" name="Caixa de texto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22491"/>
            <a:ext cx="1053900" cy="380860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 rtl="0">
              <a:lnSpc>
                <a:spcPts val="1000"/>
              </a:lnSpc>
            </a:pPr>
            <a:r>
              <a:rPr lang="pt-PT" sz="2500" b="1" i="0" spc="-100">
                <a:solidFill>
                  <a:schemeClr val="accent1"/>
                </a:solidFill>
                <a:latin typeface="+mj-lt"/>
              </a:rPr>
              <a:t>TREY</a:t>
            </a:r>
            <a:r>
              <a:rPr lang="pt-PT" sz="1600" b="1" i="0" spc="-100">
                <a:solidFill>
                  <a:schemeClr val="accent1"/>
                </a:solidFill>
                <a:latin typeface="+mj-lt"/>
              </a:rPr>
              <a:t> </a:t>
            </a:r>
            <a:r>
              <a:rPr lang="pt-PT" sz="1600" b="1" i="0" spc="-100" baseline="0">
                <a:solidFill>
                  <a:schemeClr val="accent1"/>
                </a:solidFill>
                <a:latin typeface="+mj-lt"/>
              </a:rPr>
              <a:t/>
            </a:r>
            <a:br>
              <a:rPr lang="pt-PT" sz="1600" b="1" i="0" spc="-100" baseline="0">
                <a:solidFill>
                  <a:schemeClr val="accent1"/>
                </a:solidFill>
                <a:latin typeface="+mj-lt"/>
              </a:rPr>
            </a:br>
            <a:r>
              <a:rPr lang="pt-PT" sz="1200" b="0" i="0" spc="14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cxnSp>
        <p:nvCxnSpPr>
          <p:cNvPr id="18" name="Conexão Reta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svg"/><Relationship Id="rId5" Type="http://schemas.openxmlformats.org/officeDocument/2006/relationships/image" Target="../media/image9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png"/><Relationship Id="rId5" Type="http://schemas.openxmlformats.org/officeDocument/2006/relationships/image" Target="../media/image19.sv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Marcador de Posição da Imagem 11" descr="Mãos a juntarem-se num círculo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2811053"/>
            <a:ext cx="8991600" cy="1261295"/>
          </a:xfrm>
        </p:spPr>
        <p:txBody>
          <a:bodyPr rtlCol="0"/>
          <a:lstStyle/>
          <a:p>
            <a:pPr rtl="0"/>
            <a:r>
              <a:rPr lang="pt-PT" sz="6000"/>
              <a:t>Título da Apresentação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</p:spPr>
        <p:txBody>
          <a:bodyPr rtlCol="0"/>
          <a:lstStyle/>
          <a:p>
            <a:pPr rtl="0"/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endParaRPr lang="pt-PT"/>
          </a:p>
        </p:txBody>
      </p:sp>
      <p:sp>
        <p:nvSpPr>
          <p:cNvPr id="51" name="Caixa de texto 50">
            <a:extLst>
              <a:ext uri="{FF2B5EF4-FFF2-40B4-BE49-F238E27FC236}">
                <a16:creationId xmlns:a16="http://schemas.microsoft.com/office/drawing/2014/main" id="{66C1DE0A-7865-466B-B5D7-781C92357026}"/>
              </a:ext>
            </a:extLst>
          </p:cNvPr>
          <p:cNvSpPr txBox="1"/>
          <p:nvPr/>
        </p:nvSpPr>
        <p:spPr>
          <a:xfrm>
            <a:off x="10284923" y="4241800"/>
            <a:ext cx="1402741" cy="394389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ctr" rtl="0">
              <a:lnSpc>
                <a:spcPts val="1000"/>
              </a:lnSpc>
            </a:pPr>
            <a:r>
              <a:rPr lang="pt-PT" sz="3600" b="1" i="0" spc="-1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TREY</a:t>
            </a:r>
            <a:r>
              <a:rPr lang="pt-PT" sz="2400" b="1" i="0" spc="-1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lang="pt-PT" sz="2400" b="1" i="0" spc="-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/>
            </a:r>
            <a:br>
              <a:rPr lang="pt-PT" sz="2400" b="1" i="0" spc="-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r>
              <a:rPr lang="pt-PT" b="0" i="0" spc="14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marL="0" indent="0" rtl="0">
              <a:buNone/>
            </a:pPr>
            <a:r>
              <a:rPr lang="pt-PT" sz="2800" err="1"/>
              <a:t>Lorem</a:t>
            </a:r>
            <a:r>
              <a:rPr lang="pt-PT" sz="2800"/>
              <a:t> </a:t>
            </a:r>
            <a:r>
              <a:rPr lang="pt-PT" sz="2800" err="1"/>
              <a:t>ipsum</a:t>
            </a:r>
            <a:r>
              <a:rPr lang="pt-PT" sz="2800"/>
              <a:t> </a:t>
            </a:r>
            <a:r>
              <a:rPr lang="pt-PT" sz="2800" err="1"/>
              <a:t>dolor</a:t>
            </a:r>
            <a:r>
              <a:rPr lang="pt-PT" sz="2800"/>
              <a:t> </a:t>
            </a:r>
            <a:r>
              <a:rPr lang="pt-PT" sz="2800" err="1"/>
              <a:t>sit</a:t>
            </a:r>
            <a:r>
              <a:rPr lang="pt-PT" sz="2800"/>
              <a:t> </a:t>
            </a:r>
            <a:r>
              <a:rPr lang="pt-PT" sz="2800" err="1"/>
              <a:t>amet</a:t>
            </a:r>
            <a:r>
              <a:rPr lang="pt-PT" sz="2800"/>
              <a:t>, </a:t>
            </a:r>
            <a:r>
              <a:rPr lang="pt-PT" sz="2800" err="1"/>
              <a:t>consectetur</a:t>
            </a:r>
            <a:r>
              <a:rPr lang="pt-PT" sz="2800"/>
              <a:t> </a:t>
            </a:r>
            <a:r>
              <a:rPr lang="pt-PT" sz="2800" err="1"/>
              <a:t>adipiscing</a:t>
            </a:r>
            <a:r>
              <a:rPr lang="pt-PT" sz="2800"/>
              <a:t> </a:t>
            </a:r>
            <a:r>
              <a:rPr lang="pt-PT" sz="2800" err="1"/>
              <a:t>elit</a:t>
            </a:r>
            <a:r>
              <a:rPr lang="pt-PT" sz="2800"/>
              <a:t>. </a:t>
            </a:r>
          </a:p>
          <a:p>
            <a:pPr rtl="0"/>
            <a:r>
              <a:rPr lang="pt-PT"/>
              <a:t>Ut </a:t>
            </a:r>
            <a:r>
              <a:rPr lang="pt-PT" err="1"/>
              <a:t>fermentum</a:t>
            </a:r>
            <a:r>
              <a:rPr lang="pt-PT"/>
              <a:t> a magna ut </a:t>
            </a:r>
            <a:r>
              <a:rPr lang="pt-PT" err="1"/>
              <a:t>eleifend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ante eu </a:t>
            </a:r>
            <a:r>
              <a:rPr lang="pt-PT" err="1"/>
              <a:t>varius</a:t>
            </a:r>
            <a:r>
              <a:rPr lang="pt-PT"/>
              <a:t>. </a:t>
            </a:r>
          </a:p>
          <a:p>
            <a:pPr rtl="0"/>
            <a:r>
              <a:rPr lang="pt-PT" err="1"/>
              <a:t>Morbi</a:t>
            </a:r>
            <a:r>
              <a:rPr lang="pt-PT"/>
              <a:t> a purus </a:t>
            </a:r>
            <a:r>
              <a:rPr lang="pt-PT" err="1"/>
              <a:t>dolor</a:t>
            </a:r>
            <a:r>
              <a:rPr lang="pt-PT"/>
              <a:t>. </a:t>
            </a:r>
            <a:r>
              <a:rPr lang="pt-PT" err="1"/>
              <a:t>Suspendisse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finibus</a:t>
            </a:r>
            <a:r>
              <a:rPr lang="pt-PT"/>
              <a:t> justo </a:t>
            </a:r>
            <a:r>
              <a:rPr lang="pt-PT" err="1"/>
              <a:t>viverra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. </a:t>
            </a:r>
          </a:p>
          <a:p>
            <a:pPr rtl="0"/>
            <a:r>
              <a:rPr lang="pt-PT"/>
              <a:t>Ut </a:t>
            </a:r>
            <a:r>
              <a:rPr lang="pt-PT" err="1"/>
              <a:t>congue</a:t>
            </a:r>
            <a:r>
              <a:rPr lang="pt-PT"/>
              <a:t> quis tortor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</a:p>
        </p:txBody>
      </p:sp>
      <p:pic>
        <p:nvPicPr>
          <p:cNvPr id="9" name="Marcador de Posição da Imagem 8" descr="Mão a tocar num telemóvel">
            <a:extLst>
              <a:ext uri="{FF2B5EF4-FFF2-40B4-BE49-F238E27FC236}">
                <a16:creationId xmlns:a16="http://schemas.microsoft.com/office/drawing/2014/main" id="{A9A75888-22E3-1D43-9112-DA02186070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Retângulo 19" descr="Bloco de destaques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sz="6000"/>
              <a:t>Sobre Nós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Etiam</a:t>
            </a:r>
            <a:r>
              <a:rPr lang="pt-PT"/>
              <a:t> </a:t>
            </a:r>
            <a:r>
              <a:rPr lang="pt-PT" err="1"/>
              <a:t>aliquet</a:t>
            </a:r>
            <a:r>
              <a:rPr lang="pt-PT"/>
              <a:t> eu mi quis </a:t>
            </a:r>
            <a:r>
              <a:rPr lang="pt-PT" err="1"/>
              <a:t>lacinia</a:t>
            </a:r>
            <a:r>
              <a:rPr lang="pt-PT"/>
              <a:t>. Ut </a:t>
            </a:r>
            <a:r>
              <a:rPr lang="pt-PT" err="1"/>
              <a:t>fermentum</a:t>
            </a:r>
            <a:r>
              <a:rPr lang="pt-PT"/>
              <a:t> a magna ut.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PT" smtClean="0"/>
              <a:pPr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Marcador de Posição da Imagem 13" descr="Mão a escrever num post-it">
            <a:extLst>
              <a:ext uri="{FF2B5EF4-FFF2-40B4-BE49-F238E27FC236}">
                <a16:creationId xmlns:a16="http://schemas.microsoft.com/office/drawing/2014/main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6096000" cy="6371351"/>
          </a:xfrm>
        </p:spPr>
      </p:pic>
      <p:sp>
        <p:nvSpPr>
          <p:cNvPr id="20" name="Retângulo 19" descr="Bloco de destaques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100" y="1869795"/>
            <a:ext cx="6641900" cy="1124345"/>
          </a:xfrm>
        </p:spPr>
        <p:txBody>
          <a:bodyPr rtlCol="0"/>
          <a:lstStyle/>
          <a:p>
            <a:pPr rtl="0"/>
            <a:r>
              <a:rPr lang="pt-PT" sz="5600"/>
              <a:t>O Nosso Compromisso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marL="0" indent="0" rtl="0">
              <a:buNone/>
            </a:pPr>
            <a:r>
              <a:rPr lang="pt-PT" sz="2800" err="1"/>
              <a:t>Lorem</a:t>
            </a:r>
            <a:r>
              <a:rPr lang="pt-PT" sz="2800"/>
              <a:t> </a:t>
            </a:r>
            <a:r>
              <a:rPr lang="pt-PT" sz="2800" err="1"/>
              <a:t>ipsum</a:t>
            </a:r>
            <a:r>
              <a:rPr lang="pt-PT" sz="2800"/>
              <a:t> </a:t>
            </a:r>
            <a:r>
              <a:rPr lang="pt-PT" sz="2800" err="1"/>
              <a:t>dolor</a:t>
            </a:r>
            <a:r>
              <a:rPr lang="pt-PT" sz="2800"/>
              <a:t> </a:t>
            </a:r>
            <a:r>
              <a:rPr lang="pt-PT" sz="2800" err="1"/>
              <a:t>sit</a:t>
            </a:r>
            <a:r>
              <a:rPr lang="pt-PT" sz="2800"/>
              <a:t> </a:t>
            </a:r>
            <a:r>
              <a:rPr lang="pt-PT" sz="2800" err="1"/>
              <a:t>amet</a:t>
            </a:r>
            <a:r>
              <a:rPr lang="pt-PT" sz="2800"/>
              <a:t>, </a:t>
            </a:r>
            <a:r>
              <a:rPr lang="pt-PT" sz="2800" err="1"/>
              <a:t>consectetur</a:t>
            </a:r>
            <a:r>
              <a:rPr lang="pt-PT" sz="2800"/>
              <a:t> </a:t>
            </a:r>
            <a:r>
              <a:rPr lang="pt-PT" sz="2800" err="1"/>
              <a:t>adipiscing</a:t>
            </a:r>
            <a:r>
              <a:rPr lang="pt-PT" sz="2800"/>
              <a:t> </a:t>
            </a:r>
            <a:r>
              <a:rPr lang="pt-PT" sz="2800" err="1"/>
              <a:t>elit</a:t>
            </a:r>
            <a:r>
              <a:rPr lang="pt-PT" sz="2800"/>
              <a:t>. </a:t>
            </a:r>
          </a:p>
          <a:p>
            <a:pPr rtl="0"/>
            <a:r>
              <a:rPr lang="pt-PT"/>
              <a:t>Ut </a:t>
            </a:r>
            <a:r>
              <a:rPr lang="pt-PT" err="1"/>
              <a:t>fermentum</a:t>
            </a:r>
            <a:r>
              <a:rPr lang="pt-PT"/>
              <a:t> a magna ut </a:t>
            </a:r>
            <a:r>
              <a:rPr lang="pt-PT" err="1"/>
              <a:t>eleifend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ante eu </a:t>
            </a:r>
            <a:r>
              <a:rPr lang="pt-PT" err="1"/>
              <a:t>varius</a:t>
            </a:r>
            <a:r>
              <a:rPr lang="pt-PT"/>
              <a:t>. </a:t>
            </a:r>
          </a:p>
          <a:p>
            <a:pPr rtl="0"/>
            <a:r>
              <a:rPr lang="pt-PT" err="1"/>
              <a:t>Morbi</a:t>
            </a:r>
            <a:r>
              <a:rPr lang="pt-PT"/>
              <a:t> a purus </a:t>
            </a:r>
            <a:r>
              <a:rPr lang="pt-PT" err="1"/>
              <a:t>dolor</a:t>
            </a:r>
            <a:r>
              <a:rPr lang="pt-PT"/>
              <a:t>. </a:t>
            </a:r>
            <a:r>
              <a:rPr lang="pt-PT" err="1"/>
              <a:t>Suspendisse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finibus</a:t>
            </a:r>
            <a:r>
              <a:rPr lang="pt-PT"/>
              <a:t> justo </a:t>
            </a:r>
            <a:r>
              <a:rPr lang="pt-PT" err="1"/>
              <a:t>viverra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. </a:t>
            </a:r>
          </a:p>
          <a:p>
            <a:pPr rtl="0"/>
            <a:r>
              <a:rPr lang="pt-PT"/>
              <a:t>Ut </a:t>
            </a:r>
            <a:r>
              <a:rPr lang="pt-PT" err="1"/>
              <a:t>congue</a:t>
            </a:r>
            <a:r>
              <a:rPr lang="pt-PT"/>
              <a:t> quis tortor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PT" smtClean="0"/>
              <a:pPr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22098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Posição da Imagem 10" descr="Secretária com computador, telemóvel, livros, entre outros.">
            <a:extLst>
              <a:ext uri="{FF2B5EF4-FFF2-40B4-BE49-F238E27FC236}">
                <a16:creationId xmlns:a16="http://schemas.microsoft.com/office/drawing/2014/main" id="{2E7ADBC3-DECA-9F4C-9289-9E43C727592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 anchor="ctr" anchorCtr="0"/>
          <a:lstStyle/>
          <a:p>
            <a:pPr rtl="0"/>
            <a:r>
              <a:rPr lang="pt-PT" sz="5500"/>
              <a:t>Opção de Separador de Secção 1</a:t>
            </a:r>
          </a:p>
        </p:txBody>
      </p:sp>
      <p:sp>
        <p:nvSpPr>
          <p:cNvPr id="14" name="Marcador de Posição do Texto 13">
            <a:extLst>
              <a:ext uri="{FF2B5EF4-FFF2-40B4-BE49-F238E27FC236}">
                <a16:creationId xmlns:a16="http://schemas.microsoft.com/office/drawing/2014/main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PT" smtClean="0"/>
              <a:pPr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/>
              <a:t>Comparação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</a:p>
        </p:txBody>
      </p:sp>
      <p:sp>
        <p:nvSpPr>
          <p:cNvPr id="12" name="Retângulo 11" descr="Bloco de destaques à esquerda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442934"/>
            <a:ext cx="5472000" cy="360000"/>
          </a:xfrm>
        </p:spPr>
        <p:txBody>
          <a:bodyPr rtlCol="0"/>
          <a:lstStyle/>
          <a:p>
            <a:pPr rtl="0"/>
            <a:r>
              <a:rPr lang="pt-PT" err="1"/>
              <a:t>Trey</a:t>
            </a:r>
            <a:r>
              <a:rPr lang="pt-PT"/>
              <a:t> Research</a:t>
            </a:r>
          </a:p>
        </p:txBody>
      </p:sp>
      <p:sp>
        <p:nvSpPr>
          <p:cNvPr id="5" name="Marcador de Posição de Conteúdo 4">
            <a:extLst>
              <a:ext uri="{FF2B5EF4-FFF2-40B4-BE49-F238E27FC236}">
                <a16:creationId xmlns:a16="http://schemas.microsoft.com/office/drawing/2014/main" id="{CEEB3BAE-C0B2-447C-B8BE-96C6BD84D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950768"/>
            <a:ext cx="5472000" cy="2194694"/>
          </a:xfrm>
        </p:spPr>
        <p:txBody>
          <a:bodyPr rtlCol="0"/>
          <a:lstStyle/>
          <a:p>
            <a:pPr rtl="0"/>
            <a:r>
              <a:rPr lang="pt-PT" err="1"/>
              <a:t>Nulla</a:t>
            </a:r>
            <a:r>
              <a:rPr lang="pt-PT"/>
              <a:t> a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ultrices eu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.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viverra</a:t>
            </a:r>
            <a:r>
              <a:rPr lang="pt-PT"/>
              <a:t> </a:t>
            </a:r>
            <a:r>
              <a:rPr lang="pt-PT" err="1"/>
              <a:t>leo</a:t>
            </a:r>
            <a:r>
              <a:rPr lang="pt-PT"/>
              <a:t> </a:t>
            </a:r>
            <a:r>
              <a:rPr lang="pt-PT" err="1"/>
              <a:t>aliquet</a:t>
            </a:r>
            <a:r>
              <a:rPr lang="pt-PT"/>
              <a:t>,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quam</a:t>
            </a:r>
            <a:r>
              <a:rPr lang="pt-PT"/>
              <a:t> id,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</a:p>
          <a:p>
            <a:pPr lvl="1" rtl="0"/>
            <a:r>
              <a:rPr lang="pt-PT" err="1"/>
              <a:t>Sed</a:t>
            </a:r>
            <a:r>
              <a:rPr lang="pt-PT"/>
              <a:t> in </a:t>
            </a:r>
            <a:r>
              <a:rPr lang="pt-PT" err="1"/>
              <a:t>molestie</a:t>
            </a:r>
            <a:r>
              <a:rPr lang="pt-PT"/>
              <a:t> est. </a:t>
            </a:r>
            <a:r>
              <a:rPr lang="pt-PT" err="1"/>
              <a:t>Cras</a:t>
            </a:r>
            <a:r>
              <a:rPr lang="pt-PT"/>
              <a:t>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posuere</a:t>
            </a:r>
            <a:r>
              <a:rPr lang="pt-PT"/>
              <a:t>,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neque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</a:t>
            </a:r>
          </a:p>
          <a:p>
            <a:pPr lvl="1" rtl="0"/>
            <a:r>
              <a:rPr lang="pt-PT" err="1"/>
              <a:t>Maecenas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risus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,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ullamcorper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. </a:t>
            </a:r>
          </a:p>
        </p:txBody>
      </p:sp>
      <p:cxnSp>
        <p:nvCxnSpPr>
          <p:cNvPr id="11" name="Conexão Reta 10" descr="Diapositivo de separação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12" descr="Barra de destaques à direita&#10;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PT"/>
          </a:p>
        </p:txBody>
      </p:sp>
      <p:sp>
        <p:nvSpPr>
          <p:cNvPr id="6" name="Marcador de Posição do Texto 5">
            <a:extLst>
              <a:ext uri="{FF2B5EF4-FFF2-40B4-BE49-F238E27FC236}">
                <a16:creationId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443459"/>
            <a:ext cx="5472000" cy="358775"/>
          </a:xfrm>
        </p:spPr>
        <p:txBody>
          <a:bodyPr rtlCol="0"/>
          <a:lstStyle/>
          <a:p>
            <a:pPr rtl="0"/>
            <a:r>
              <a:rPr lang="pt-PT"/>
              <a:t>Serviço Competitivo</a:t>
            </a:r>
          </a:p>
        </p:txBody>
      </p:sp>
      <p:sp>
        <p:nvSpPr>
          <p:cNvPr id="7" name="Marcador de Posição do Texto 6">
            <a:extLst>
              <a:ext uri="{FF2B5EF4-FFF2-40B4-BE49-F238E27FC236}">
                <a16:creationId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947459"/>
            <a:ext cx="5472113" cy="2196041"/>
          </a:xfrm>
        </p:spPr>
        <p:txBody>
          <a:bodyPr rtlCol="0"/>
          <a:lstStyle/>
          <a:p>
            <a:pPr rtl="0"/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 </a:t>
            </a:r>
            <a:r>
              <a:rPr lang="pt-PT" err="1"/>
              <a:t>quam</a:t>
            </a:r>
            <a:r>
              <a:rPr lang="pt-PT"/>
              <a:t> tortor, </a:t>
            </a:r>
            <a:r>
              <a:rPr lang="pt-PT" err="1"/>
              <a:t>viverra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. </a:t>
            </a:r>
          </a:p>
          <a:p>
            <a:pPr lvl="1" rtl="0"/>
            <a:r>
              <a:rPr lang="pt-PT" err="1"/>
              <a:t>Maecenas</a:t>
            </a:r>
            <a:r>
              <a:rPr lang="pt-PT"/>
              <a:t> </a:t>
            </a:r>
            <a:r>
              <a:rPr lang="pt-PT" err="1"/>
              <a:t>malesuada</a:t>
            </a:r>
            <a:r>
              <a:rPr lang="pt-PT"/>
              <a:t>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pharetra</a:t>
            </a:r>
            <a:r>
              <a:rPr lang="pt-PT"/>
              <a:t>. </a:t>
            </a:r>
          </a:p>
          <a:p>
            <a:pPr lvl="1" rtl="0"/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tempus</a:t>
            </a:r>
            <a:r>
              <a:rPr lang="pt-PT"/>
              <a:t>, </a:t>
            </a:r>
            <a:r>
              <a:rPr lang="pt-PT" err="1"/>
              <a:t>risus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,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commodo</a:t>
            </a:r>
            <a:r>
              <a:rPr lang="pt-PT"/>
              <a:t> libero, a </a:t>
            </a:r>
            <a:r>
              <a:rPr lang="pt-PT" err="1"/>
              <a:t>sollicitudin</a:t>
            </a:r>
            <a:r>
              <a:rPr lang="pt-PT"/>
              <a:t> </a:t>
            </a:r>
            <a:r>
              <a:rPr lang="pt-PT" err="1"/>
              <a:t>quam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quis </a:t>
            </a:r>
            <a:r>
              <a:rPr lang="pt-PT" err="1"/>
              <a:t>lectus</a:t>
            </a:r>
            <a:r>
              <a:rPr lang="pt-PT"/>
              <a:t>. In </a:t>
            </a:r>
            <a:r>
              <a:rPr lang="pt-PT" err="1"/>
              <a:t>at</a:t>
            </a:r>
            <a:r>
              <a:rPr lang="pt-PT"/>
              <a:t> porta </a:t>
            </a:r>
            <a:r>
              <a:rPr lang="pt-PT" err="1"/>
              <a:t>mauris</a:t>
            </a:r>
            <a:r>
              <a:rPr lang="pt-PT"/>
              <a:t>. </a:t>
            </a: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t-PT" smtClean="0"/>
              <a:pPr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Marcador de Posição da Imagem 22" descr="Mulher a sorrir com um portátil">
            <a:extLst>
              <a:ext uri="{FF2B5EF4-FFF2-40B4-BE49-F238E27FC236}">
                <a16:creationId xmlns:a16="http://schemas.microsoft.com/office/drawing/2014/main" id="{35E3CE9E-B03C-CB4B-A83A-D3265C7A054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00" y="2156226"/>
            <a:ext cx="4903599" cy="1958400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pt-PT" sz="4600"/>
              <a:t>Opção de Separador de Secção 2</a:t>
            </a:r>
          </a:p>
        </p:txBody>
      </p:sp>
      <p:sp>
        <p:nvSpPr>
          <p:cNvPr id="10" name="Marcador de Posição do Texto 9">
            <a:extLst>
              <a:ext uri="{FF2B5EF4-FFF2-40B4-BE49-F238E27FC236}">
                <a16:creationId xmlns:a16="http://schemas.microsoft.com/office/drawing/2014/main" id="{2972F17A-D965-40B9-8ABB-C634072DBC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4110760"/>
            <a:ext cx="4902200" cy="1100565"/>
          </a:xfrm>
        </p:spPr>
        <p:txBody>
          <a:bodyPr rtlCol="0"/>
          <a:lstStyle/>
          <a:p>
            <a:pPr rtl="0"/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endParaRPr lang="pt-PT"/>
          </a:p>
          <a:p>
            <a:pPr rtl="0"/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PT" smtClean="0"/>
              <a:pPr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17695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FB4D5-DA14-4F29-9320-2DE0A6B5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/>
              <a:t>Opções do Gráfico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E9D0F75-42B5-4960-8C3A-291285872DA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/>
          <a:p>
            <a:pPr rtl="0"/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</a:p>
        </p:txBody>
      </p:sp>
      <p:graphicFrame>
        <p:nvGraphicFramePr>
          <p:cNvPr id="4" name="Gráfico 3" title="Marcador de Posição do Gráfico de Receita Bruta">
            <a:extLst>
              <a:ext uri="{FF2B5EF4-FFF2-40B4-BE49-F238E27FC236}">
                <a16:creationId xmlns:a16="http://schemas.microsoft.com/office/drawing/2014/main" id="{FFE8AFAB-AE1F-4453-8C1B-70D2EF9B13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3537764"/>
              </p:ext>
            </p:extLst>
          </p:nvPr>
        </p:nvGraphicFramePr>
        <p:xfrm>
          <a:off x="431800" y="1512000"/>
          <a:ext cx="3389313" cy="444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Gráfico 6" title="Marcador de Posição do Gráfico de Receita Bruta">
            <a:extLst>
              <a:ext uri="{FF2B5EF4-FFF2-40B4-BE49-F238E27FC236}">
                <a16:creationId xmlns:a16="http://schemas.microsoft.com/office/drawing/2014/main" id="{9BEBE5AF-1D10-425C-8F3C-2236E52E6E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3447516"/>
              </p:ext>
            </p:extLst>
          </p:nvPr>
        </p:nvGraphicFramePr>
        <p:xfrm>
          <a:off x="4406900" y="1512000"/>
          <a:ext cx="3389313" cy="444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Gráfico 7" title="Marcador de Posição do Gráfico de Receita Bruta">
            <a:extLst>
              <a:ext uri="{FF2B5EF4-FFF2-40B4-BE49-F238E27FC236}">
                <a16:creationId xmlns:a16="http://schemas.microsoft.com/office/drawing/2014/main" id="{A8D5CDFF-2AF9-4CDE-BF8D-15F294BD50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5151579"/>
              </p:ext>
            </p:extLst>
          </p:nvPr>
        </p:nvGraphicFramePr>
        <p:xfrm>
          <a:off x="8382000" y="1512000"/>
          <a:ext cx="3389313" cy="444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00A34EBD-7DEA-4599-A81B-0A363A0E17F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t-PT" smtClean="0"/>
              <a:pPr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267129-D582-495A-8F4B-6B907589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/>
              <a:t>Tabela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204AFD2-303D-4B48-AA3E-C96B74D8127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BEE0921D-4C1D-4106-9AC0-F73F30E8D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747904"/>
              </p:ext>
            </p:extLst>
          </p:nvPr>
        </p:nvGraphicFramePr>
        <p:xfrm>
          <a:off x="431801" y="1614845"/>
          <a:ext cx="11339510" cy="4252505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619930">
                  <a:extLst>
                    <a:ext uri="{9D8B030D-6E8A-4147-A177-3AD203B41FA5}">
                      <a16:colId xmlns:a16="http://schemas.microsoft.com/office/drawing/2014/main" val="1173992025"/>
                    </a:ext>
                  </a:extLst>
                </a:gridCol>
                <a:gridCol w="1619930">
                  <a:extLst>
                    <a:ext uri="{9D8B030D-6E8A-4147-A177-3AD203B41FA5}">
                      <a16:colId xmlns:a16="http://schemas.microsoft.com/office/drawing/2014/main" val="115202853"/>
                    </a:ext>
                  </a:extLst>
                </a:gridCol>
                <a:gridCol w="1619930">
                  <a:extLst>
                    <a:ext uri="{9D8B030D-6E8A-4147-A177-3AD203B41FA5}">
                      <a16:colId xmlns:a16="http://schemas.microsoft.com/office/drawing/2014/main" val="1010693434"/>
                    </a:ext>
                  </a:extLst>
                </a:gridCol>
                <a:gridCol w="1619930">
                  <a:extLst>
                    <a:ext uri="{9D8B030D-6E8A-4147-A177-3AD203B41FA5}">
                      <a16:colId xmlns:a16="http://schemas.microsoft.com/office/drawing/2014/main" val="608292439"/>
                    </a:ext>
                  </a:extLst>
                </a:gridCol>
                <a:gridCol w="1619930">
                  <a:extLst>
                    <a:ext uri="{9D8B030D-6E8A-4147-A177-3AD203B41FA5}">
                      <a16:colId xmlns:a16="http://schemas.microsoft.com/office/drawing/2014/main" val="1007882540"/>
                    </a:ext>
                  </a:extLst>
                </a:gridCol>
                <a:gridCol w="1619930">
                  <a:extLst>
                    <a:ext uri="{9D8B030D-6E8A-4147-A177-3AD203B41FA5}">
                      <a16:colId xmlns:a16="http://schemas.microsoft.com/office/drawing/2014/main" val="3778082769"/>
                    </a:ext>
                  </a:extLst>
                </a:gridCol>
                <a:gridCol w="1619930">
                  <a:extLst>
                    <a:ext uri="{9D8B030D-6E8A-4147-A177-3AD203B41FA5}">
                      <a16:colId xmlns:a16="http://schemas.microsoft.com/office/drawing/2014/main" val="1136644251"/>
                    </a:ext>
                  </a:extLst>
                </a:gridCol>
              </a:tblGrid>
              <a:tr h="617885">
                <a:tc>
                  <a:txBody>
                    <a:bodyPr/>
                    <a:lstStyle/>
                    <a:p>
                      <a:pPr algn="ctr" rtl="0"/>
                      <a:endParaRPr lang="pt-PT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PT" sz="1600" b="0">
                          <a:solidFill>
                            <a:schemeClr val="bg1"/>
                          </a:solidFill>
                          <a:latin typeface="+mj-lt"/>
                        </a:rPr>
                        <a:t>Fornecedores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PT" sz="1600" b="0">
                          <a:solidFill>
                            <a:schemeClr val="bg1"/>
                          </a:solidFill>
                          <a:latin typeface="+mj-lt"/>
                        </a:rPr>
                        <a:t>Utilizadores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PT" sz="1600" b="0">
                          <a:solidFill>
                            <a:schemeClr val="bg1"/>
                          </a:solidFill>
                          <a:latin typeface="+mj-lt"/>
                        </a:rPr>
                        <a:t>Consultores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PT" sz="1600" b="0">
                          <a:solidFill>
                            <a:schemeClr val="bg1"/>
                          </a:solidFill>
                          <a:latin typeface="+mj-lt"/>
                        </a:rPr>
                        <a:t>Compradores de Anúncios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PT" sz="1600" b="0">
                          <a:solidFill>
                            <a:schemeClr val="bg1"/>
                          </a:solidFill>
                          <a:latin typeface="+mj-lt"/>
                        </a:rPr>
                        <a:t>Receita Bruta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PT" sz="1600" b="0">
                          <a:solidFill>
                            <a:schemeClr val="bg1"/>
                          </a:solidFill>
                          <a:latin typeface="+mj-lt"/>
                        </a:rPr>
                        <a:t>Receita da Empresa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223600"/>
                  </a:ext>
                </a:extLst>
              </a:tr>
              <a:tr h="726924">
                <a:tc>
                  <a:txBody>
                    <a:bodyPr/>
                    <a:lstStyle/>
                    <a:p>
                      <a:pPr algn="ctr" rtl="0"/>
                      <a:r>
                        <a:rPr lang="pt-PT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20AA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0 €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0 €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495943"/>
                  </a:ext>
                </a:extLst>
              </a:tr>
              <a:tr h="726924">
                <a:tc>
                  <a:txBody>
                    <a:bodyPr/>
                    <a:lstStyle/>
                    <a:p>
                      <a:pPr algn="ctr" rtl="0"/>
                      <a:r>
                        <a:rPr lang="pt-PT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20AA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6 750 €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1 013 €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132828"/>
                  </a:ext>
                </a:extLst>
              </a:tr>
              <a:tr h="726924">
                <a:tc>
                  <a:txBody>
                    <a:bodyPr/>
                    <a:lstStyle/>
                    <a:p>
                      <a:pPr algn="ctr" rtl="0"/>
                      <a:r>
                        <a:rPr lang="pt-PT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20AA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33 750 €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5 063 €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300830"/>
                  </a:ext>
                </a:extLst>
              </a:tr>
              <a:tr h="726924">
                <a:tc>
                  <a:txBody>
                    <a:bodyPr/>
                    <a:lstStyle/>
                    <a:p>
                      <a:pPr algn="ctr" rtl="0"/>
                      <a:r>
                        <a:rPr lang="pt-PT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20AA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2 000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5 000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135 000 €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20 250 €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728417"/>
                  </a:ext>
                </a:extLst>
              </a:tr>
              <a:tr h="726924">
                <a:tc>
                  <a:txBody>
                    <a:bodyPr/>
                    <a:lstStyle/>
                    <a:p>
                      <a:pPr algn="ctr" rtl="0"/>
                      <a:r>
                        <a:rPr lang="pt-PT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20AA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4 000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50 000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270 000 €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t-PT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40 500 €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078208"/>
                  </a:ext>
                </a:extLst>
              </a:tr>
            </a:tbl>
          </a:graphicData>
        </a:graphic>
      </p:graphicFrame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B379698-AB4C-493D-BF95-F5781FDF2AC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t-PT" smtClean="0"/>
              <a:pPr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75421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Marcador de Posição da Imagem 11" descr="sala de reuniões">
            <a:extLst>
              <a:ext uri="{FF2B5EF4-FFF2-40B4-BE49-F238E27FC236}">
                <a16:creationId xmlns:a16="http://schemas.microsoft.com/office/drawing/2014/main" id="{8F5AE0D5-C196-A947-8AFE-449A48B2615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5" b="45"/>
          <a:stretch>
            <a:fillRect/>
          </a:stretch>
        </p:blipFill>
        <p:spPr/>
      </p:pic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B86E961-B76E-423F-995E-11B31E921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05919" y="5359400"/>
            <a:ext cx="3854081" cy="565899"/>
          </a:xfrm>
        </p:spPr>
        <p:txBody>
          <a:bodyPr rtlCol="0"/>
          <a:lstStyle/>
          <a:p>
            <a:pPr rtl="0"/>
            <a:r>
              <a:rPr lang="pt-PT"/>
              <a:t>Imagem de ecrã inteiro com subtítulo </a:t>
            </a: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0202D98-AA1E-41BB-B94E-180311759C1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PT" smtClean="0"/>
              <a:pPr/>
              <a:t>9</a:t>
            </a:fld>
            <a:endParaRPr lang="pt-PT"/>
          </a:p>
        </p:txBody>
      </p:sp>
      <p:sp>
        <p:nvSpPr>
          <p:cNvPr id="11" name="Title 10" hidden="1">
            <a:extLst>
              <a:ext uri="{FF2B5EF4-FFF2-40B4-BE49-F238E27FC236}">
                <a16:creationId xmlns:a16="http://schemas.microsoft.com/office/drawing/2014/main" id="{C5462610-1D7E-437B-B516-F30D9A78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err="1"/>
              <a:t>Large</a:t>
            </a:r>
            <a:r>
              <a:rPr lang="pt-PT"/>
              <a:t> </a:t>
            </a:r>
            <a:r>
              <a:rPr lang="pt-PT" err="1"/>
              <a:t>image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65219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Marcador de Posição da Imagem 31" descr="mãos a bater palmas">
            <a:extLst>
              <a:ext uri="{FF2B5EF4-FFF2-40B4-BE49-F238E27FC236}">
                <a16:creationId xmlns:a16="http://schemas.microsoft.com/office/drawing/2014/main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Título 13">
            <a:extLst>
              <a:ext uri="{FF2B5EF4-FFF2-40B4-BE49-F238E27FC236}">
                <a16:creationId xmlns:a16="http://schemas.microsoft.com/office/drawing/2014/main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t-PT"/>
              <a:t>Obrigado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60828E04-9C2A-4859-8050-C2DF67A249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pt-PT"/>
              <a:t>Rita Santos</a:t>
            </a:r>
          </a:p>
        </p:txBody>
      </p:sp>
      <p:pic>
        <p:nvPicPr>
          <p:cNvPr id="8" name="Imagem 7" descr="Utilizador" title="Ícone – Nome do Apresentador">
            <a:extLst>
              <a:ext uri="{FF2B5EF4-FFF2-40B4-BE49-F238E27FC236}">
                <a16:creationId xmlns:a16="http://schemas.microsoft.com/office/drawing/2014/main" id="{111541C4-DB03-4E53-994D-499C7D73C4D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485495" y="4006655"/>
            <a:ext cx="218900" cy="218900"/>
          </a:xfrm>
          <a:prstGeom prst="rect">
            <a:avLst/>
          </a:prstGeom>
        </p:spPr>
      </p:pic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11265965-2271-4C1C-BD0A-6F85F80FF9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PT"/>
              <a:t>+351 23 123 45 67</a:t>
            </a:r>
          </a:p>
        </p:txBody>
      </p:sp>
      <p:pic>
        <p:nvPicPr>
          <p:cNvPr id="10" name="Imagem 9" descr="Smartphone" title="Ícone – Número de Telefone do Apresentador">
            <a:extLst>
              <a:ext uri="{FF2B5EF4-FFF2-40B4-BE49-F238E27FC236}">
                <a16:creationId xmlns:a16="http://schemas.microsoft.com/office/drawing/2014/main" id="{A29DE31C-E099-4579-BB03-675E0A40C5F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1485495" y="4355103"/>
            <a:ext cx="218900" cy="218900"/>
          </a:xfrm>
          <a:prstGeom prst="rect">
            <a:avLst/>
          </a:prstGeom>
        </p:spPr>
      </p:pic>
      <p:sp>
        <p:nvSpPr>
          <p:cNvPr id="6" name="Marcador de Posição do Texto 5">
            <a:extLst>
              <a:ext uri="{FF2B5EF4-FFF2-40B4-BE49-F238E27FC236}">
                <a16:creationId xmlns:a16="http://schemas.microsoft.com/office/drawing/2014/main" id="{50A3BCC3-A277-4C0B-9EBA-EB53990D8E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pt-PT"/>
              <a:t>rita@treyresearch.com</a:t>
            </a:r>
          </a:p>
        </p:txBody>
      </p:sp>
      <p:pic>
        <p:nvPicPr>
          <p:cNvPr id="9" name="Imagem 8" descr="Envelope" title="Ícone – E-mail do Apresentador">
            <a:extLst>
              <a:ext uri="{FF2B5EF4-FFF2-40B4-BE49-F238E27FC236}">
                <a16:creationId xmlns:a16="http://schemas.microsoft.com/office/drawing/2014/main" id="{773C1382-ACE1-460F-A1B6-AB761A7D2E6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11485495" y="4703551"/>
            <a:ext cx="218900" cy="218900"/>
          </a:xfrm>
          <a:prstGeom prst="rect">
            <a:avLst/>
          </a:prstGeom>
        </p:spPr>
      </p:pic>
      <p:sp>
        <p:nvSpPr>
          <p:cNvPr id="16" name="Marcador de Posição do Texto 15">
            <a:extLst>
              <a:ext uri="{FF2B5EF4-FFF2-40B4-BE49-F238E27FC236}">
                <a16:creationId xmlns:a16="http://schemas.microsoft.com/office/drawing/2014/main" id="{FD8A1232-50A8-4535-AAF9-7F4180EAA0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pt-PT" err="1"/>
              <a:t>Trey</a:t>
            </a:r>
            <a:r>
              <a:rPr lang="pt-PT"/>
              <a:t> Research</a:t>
            </a:r>
          </a:p>
        </p:txBody>
      </p:sp>
      <p:pic>
        <p:nvPicPr>
          <p:cNvPr id="11" name="Imagem 10" descr="Ligação">
            <a:extLst>
              <a:ext uri="{FF2B5EF4-FFF2-40B4-BE49-F238E27FC236}">
                <a16:creationId xmlns:a16="http://schemas.microsoft.com/office/drawing/2014/main" id="{0718E6E0-05A2-479C-AEA8-1A385EB73474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1472552" y="5040763"/>
            <a:ext cx="244786" cy="244786"/>
          </a:xfrm>
          <a:prstGeom prst="rect">
            <a:avLst/>
          </a:prstGeom>
        </p:spPr>
      </p:pic>
      <p:sp>
        <p:nvSpPr>
          <p:cNvPr id="12" name="Marcador de Posição do Número do Diapositivo 11">
            <a:extLst>
              <a:ext uri="{FF2B5EF4-FFF2-40B4-BE49-F238E27FC236}">
                <a16:creationId xmlns:a16="http://schemas.microsoft.com/office/drawing/2014/main" id="{91814EC9-246A-4C6E-941E-5774FE72F0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PT" smtClean="0"/>
              <a:pPr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 descr="Como utilizar este modelo&#10;">
            <a:extLst>
              <a:ext uri="{FF2B5EF4-FFF2-40B4-BE49-F238E27FC236}">
                <a16:creationId xmlns:a16="http://schemas.microsoft.com/office/drawing/2014/main" id="{AF827C88-045E-4F68-9447-36B04E5AF96E}"/>
              </a:ext>
            </a:extLst>
          </p:cNvPr>
          <p:cNvGrpSpPr/>
          <p:nvPr/>
        </p:nvGrpSpPr>
        <p:grpSpPr>
          <a:xfrm>
            <a:off x="298484" y="589495"/>
            <a:ext cx="3002130" cy="3083313"/>
            <a:chOff x="1341135" y="527364"/>
            <a:chExt cx="3002130" cy="3083313"/>
          </a:xfrm>
        </p:grpSpPr>
        <p:sp>
          <p:nvSpPr>
            <p:cNvPr id="37" name="Oval 36" title="Imagens de fundo em círculo">
              <a:extLst>
                <a:ext uri="{FF2B5EF4-FFF2-40B4-BE49-F238E27FC236}">
                  <a16:creationId xmlns:a16="http://schemas.microsoft.com/office/drawing/2014/main" id="{C51FBE48-2848-4EC5-89D6-C5C86C105FD1}"/>
                </a:ext>
              </a:extLst>
            </p:cNvPr>
            <p:cNvSpPr/>
            <p:nvPr/>
          </p:nvSpPr>
          <p:spPr>
            <a:xfrm>
              <a:off x="1341135" y="814260"/>
              <a:ext cx="2796417" cy="279641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>
                <a:lnSpc>
                  <a:spcPts val="3000"/>
                </a:lnSpc>
              </a:pPr>
              <a:r>
                <a:rPr lang="pt-PT" sz="2400" b="1"/>
                <a:t>Como</a:t>
              </a:r>
              <a:r>
                <a:rPr lang="pt-PT" sz="2400"/>
                <a:t> </a:t>
              </a:r>
              <a:r>
                <a:rPr lang="pt-PT" sz="2400" i="1"/>
                <a:t>personalizar</a:t>
              </a:r>
              <a:r>
                <a:rPr lang="pt-PT" sz="2400"/>
                <a:t> este modelo.</a:t>
              </a:r>
            </a:p>
          </p:txBody>
        </p:sp>
        <p:sp>
          <p:nvSpPr>
            <p:cNvPr id="40" name="Oval 39" title="Imagens de fundo em círculo">
              <a:extLst>
                <a:ext uri="{FF2B5EF4-FFF2-40B4-BE49-F238E27FC236}">
                  <a16:creationId xmlns:a16="http://schemas.microsoft.com/office/drawing/2014/main" id="{DDBE5AE1-0732-46F6-A796-4251201817EE}"/>
                </a:ext>
              </a:extLst>
            </p:cNvPr>
            <p:cNvSpPr/>
            <p:nvPr/>
          </p:nvSpPr>
          <p:spPr>
            <a:xfrm>
              <a:off x="3125525" y="527364"/>
              <a:ext cx="1217740" cy="12177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41" name="Oval 40" title="Imagens de fundo em círculo">
              <a:extLst>
                <a:ext uri="{FF2B5EF4-FFF2-40B4-BE49-F238E27FC236}">
                  <a16:creationId xmlns:a16="http://schemas.microsoft.com/office/drawing/2014/main" id="{4571EFCA-4D6B-4975-BCE3-09C7F433B4DA}"/>
                </a:ext>
              </a:extLst>
            </p:cNvPr>
            <p:cNvSpPr/>
            <p:nvPr/>
          </p:nvSpPr>
          <p:spPr>
            <a:xfrm>
              <a:off x="1537865" y="3001655"/>
              <a:ext cx="360000" cy="36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38" name="Título 2">
              <a:extLst>
                <a:ext uri="{FF2B5EF4-FFF2-40B4-BE49-F238E27FC236}">
                  <a16:creationId xmlns:a16="http://schemas.microsoft.com/office/drawing/2014/main" id="{E3AEFCE0-0A87-4B19-ABDE-39B6D794A7ED}"/>
                </a:ext>
              </a:extLst>
            </p:cNvPr>
            <p:cNvSpPr txBox="1">
              <a:spLocks/>
            </p:cNvSpPr>
            <p:nvPr/>
          </p:nvSpPr>
          <p:spPr>
            <a:xfrm>
              <a:off x="3133073" y="654208"/>
              <a:ext cx="1188691" cy="1186824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 spc="-15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rtl="0"/>
              <a:r>
                <a:rPr lang="pt-PT" sz="72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</a:p>
          </p:txBody>
        </p:sp>
      </p:grpSp>
      <p:sp>
        <p:nvSpPr>
          <p:cNvPr id="6" name="Retângulo 5" descr="Caixa de Fundo de Instruções">
            <a:extLst>
              <a:ext uri="{FF2B5EF4-FFF2-40B4-BE49-F238E27FC236}">
                <a16:creationId xmlns:a16="http://schemas.microsoft.com/office/drawing/2014/main" id="{20779E53-6FBF-49D4-B71F-9C4591CB06D5}"/>
              </a:ext>
            </a:extLst>
          </p:cNvPr>
          <p:cNvSpPr/>
          <p:nvPr/>
        </p:nvSpPr>
        <p:spPr>
          <a:xfrm>
            <a:off x="3489598" y="70559"/>
            <a:ext cx="4708996" cy="41775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43" name="Oval 42" title="Imagens de fundo em círculo">
            <a:extLst>
              <a:ext uri="{FF2B5EF4-FFF2-40B4-BE49-F238E27FC236}">
                <a16:creationId xmlns:a16="http://schemas.microsoft.com/office/drawing/2014/main" id="{C4AAE0A8-79D5-440B-B812-5976D3EDBD0C}"/>
              </a:ext>
            </a:extLst>
          </p:cNvPr>
          <p:cNvSpPr/>
          <p:nvPr/>
        </p:nvSpPr>
        <p:spPr>
          <a:xfrm>
            <a:off x="3630478" y="200418"/>
            <a:ext cx="426811" cy="4268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PT" b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grpSp>
        <p:nvGrpSpPr>
          <p:cNvPr id="46" name="Grupo 45" title="Adicione as Suas Imagens">
            <a:extLst>
              <a:ext uri="{FF2B5EF4-FFF2-40B4-BE49-F238E27FC236}">
                <a16:creationId xmlns:a16="http://schemas.microsoft.com/office/drawing/2014/main" id="{D61E15D2-0BAF-4A2C-9698-DD4F6BAB920D}"/>
              </a:ext>
            </a:extLst>
          </p:cNvPr>
          <p:cNvGrpSpPr/>
          <p:nvPr/>
        </p:nvGrpSpPr>
        <p:grpSpPr>
          <a:xfrm>
            <a:off x="3628308" y="530352"/>
            <a:ext cx="4341658" cy="3585644"/>
            <a:chOff x="424893" y="379770"/>
            <a:chExt cx="4341658" cy="3585644"/>
          </a:xfrm>
        </p:grpSpPr>
        <p:sp>
          <p:nvSpPr>
            <p:cNvPr id="16" name="Caixa de texto 15">
              <a:extLst>
                <a:ext uri="{FF2B5EF4-FFF2-40B4-BE49-F238E27FC236}">
                  <a16:creationId xmlns:a16="http://schemas.microsoft.com/office/drawing/2014/main" id="{1AA52088-CC08-4B31-88C3-7589922DEBB6}"/>
                </a:ext>
              </a:extLst>
            </p:cNvPr>
            <p:cNvSpPr txBox="1"/>
            <p:nvPr/>
          </p:nvSpPr>
          <p:spPr>
            <a:xfrm>
              <a:off x="424893" y="3134417"/>
              <a:ext cx="213841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 sz="1600" b="1"/>
                <a:t>Elimine</a:t>
              </a:r>
              <a:r>
                <a:rPr lang="pt-PT" sz="1600"/>
                <a:t> o marcador de posição da imagem </a:t>
              </a:r>
              <a:br>
                <a:rPr lang="pt-PT" sz="1600"/>
              </a:br>
              <a:r>
                <a:rPr lang="pt-PT" sz="1600"/>
                <a:t>ou ícone -</a:t>
              </a:r>
            </a:p>
          </p:txBody>
        </p:sp>
        <p:pic>
          <p:nvPicPr>
            <p:cNvPr id="12" name="Imagem 11" title="Imagens de Instruções do Modelo">
              <a:extLst>
                <a:ext uri="{FF2B5EF4-FFF2-40B4-BE49-F238E27FC236}">
                  <a16:creationId xmlns:a16="http://schemas.microsoft.com/office/drawing/2014/main" id="{B945A26A-43DB-4AED-BA9E-E81359BA2E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64686" y="910689"/>
              <a:ext cx="1985426" cy="2008300"/>
            </a:xfrm>
            <a:prstGeom prst="rect">
              <a:avLst/>
            </a:prstGeom>
          </p:spPr>
        </p:pic>
        <p:pic>
          <p:nvPicPr>
            <p:cNvPr id="13" name="Imagem 12" title="Imagens de Instruções do Modelo">
              <a:extLst>
                <a:ext uri="{FF2B5EF4-FFF2-40B4-BE49-F238E27FC236}">
                  <a16:creationId xmlns:a16="http://schemas.microsoft.com/office/drawing/2014/main" id="{56A7864C-1101-45CF-B3E0-1BB84A195D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730660" y="963842"/>
              <a:ext cx="1905000" cy="1923124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15" name="Caixa de texto 14">
              <a:extLst>
                <a:ext uri="{FF2B5EF4-FFF2-40B4-BE49-F238E27FC236}">
                  <a16:creationId xmlns:a16="http://schemas.microsoft.com/office/drawing/2014/main" id="{5083EB4B-86A0-45E7-8493-F0169A4CCC87}"/>
                </a:ext>
              </a:extLst>
            </p:cNvPr>
            <p:cNvSpPr txBox="1"/>
            <p:nvPr/>
          </p:nvSpPr>
          <p:spPr>
            <a:xfrm>
              <a:off x="499040" y="379770"/>
              <a:ext cx="41366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 sz="2000" b="1"/>
                <a:t>Adicione as suas imagens</a:t>
              </a:r>
            </a:p>
          </p:txBody>
        </p:sp>
        <p:sp>
          <p:nvSpPr>
            <p:cNvPr id="17" name="Caixa de texto 16">
              <a:extLst>
                <a:ext uri="{FF2B5EF4-FFF2-40B4-BE49-F238E27FC236}">
                  <a16:creationId xmlns:a16="http://schemas.microsoft.com/office/drawing/2014/main" id="{0F108E97-1B0C-4A75-91C1-1B9A03212BD0}"/>
                </a:ext>
              </a:extLst>
            </p:cNvPr>
            <p:cNvSpPr txBox="1"/>
            <p:nvPr/>
          </p:nvSpPr>
          <p:spPr>
            <a:xfrm>
              <a:off x="2628134" y="3134416"/>
              <a:ext cx="213841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 sz="1600"/>
                <a:t>em seguida, selecione </a:t>
              </a:r>
              <a:r>
                <a:rPr lang="pt-PT" sz="1600" b="1" i="1"/>
                <a:t>ou</a:t>
              </a:r>
              <a:r>
                <a:rPr lang="pt-PT" sz="1600"/>
                <a:t> arraste e largue a fotografia</a:t>
              </a:r>
            </a:p>
          </p:txBody>
        </p:sp>
        <p:sp>
          <p:nvSpPr>
            <p:cNvPr id="20" name="Imagem 18" title="Seta de Instruções do Modelo">
              <a:extLst>
                <a:ext uri="{FF2B5EF4-FFF2-40B4-BE49-F238E27FC236}">
                  <a16:creationId xmlns:a16="http://schemas.microsoft.com/office/drawing/2014/main" id="{3CDE6CC0-E86B-4B0C-B994-AD3ECE46636B}"/>
                </a:ext>
              </a:extLst>
            </p:cNvPr>
            <p:cNvSpPr/>
            <p:nvPr/>
          </p:nvSpPr>
          <p:spPr>
            <a:xfrm rot="4500000" flipH="1">
              <a:off x="1365275" y="2606461"/>
              <a:ext cx="367586" cy="457870"/>
            </a:xfrm>
            <a:custGeom>
              <a:avLst/>
              <a:gdLst>
                <a:gd name="connsiteX0" fmla="*/ 27380 w 542925"/>
                <a:gd name="connsiteY0" fmla="*/ 669232 h 676275"/>
                <a:gd name="connsiteX1" fmla="*/ 138823 w 542925"/>
                <a:gd name="connsiteY1" fmla="*/ 376814 h 676275"/>
                <a:gd name="connsiteX2" fmla="*/ 352183 w 542925"/>
                <a:gd name="connsiteY2" fmla="*/ 147262 h 676275"/>
                <a:gd name="connsiteX3" fmla="*/ 485533 w 542925"/>
                <a:gd name="connsiteY3" fmla="*/ 68204 h 676275"/>
                <a:gd name="connsiteX4" fmla="*/ 469340 w 542925"/>
                <a:gd name="connsiteY4" fmla="*/ 96779 h 676275"/>
                <a:gd name="connsiteX5" fmla="*/ 416953 w 542925"/>
                <a:gd name="connsiteY5" fmla="*/ 192029 h 676275"/>
                <a:gd name="connsiteX6" fmla="*/ 433145 w 542925"/>
                <a:gd name="connsiteY6" fmla="*/ 216794 h 676275"/>
                <a:gd name="connsiteX7" fmla="*/ 484580 w 542925"/>
                <a:gd name="connsiteY7" fmla="*/ 124402 h 676275"/>
                <a:gd name="connsiteX8" fmla="*/ 509345 w 542925"/>
                <a:gd name="connsiteY8" fmla="*/ 78682 h 676275"/>
                <a:gd name="connsiteX9" fmla="*/ 536015 w 542925"/>
                <a:gd name="connsiteY9" fmla="*/ 37724 h 676275"/>
                <a:gd name="connsiteX10" fmla="*/ 524585 w 542925"/>
                <a:gd name="connsiteY10" fmla="*/ 7244 h 676275"/>
                <a:gd name="connsiteX11" fmla="*/ 297890 w 542925"/>
                <a:gd name="connsiteY11" fmla="*/ 39629 h 676275"/>
                <a:gd name="connsiteX12" fmla="*/ 307415 w 542925"/>
                <a:gd name="connsiteY12" fmla="*/ 71062 h 676275"/>
                <a:gd name="connsiteX13" fmla="*/ 436003 w 542925"/>
                <a:gd name="connsiteY13" fmla="*/ 54869 h 676275"/>
                <a:gd name="connsiteX14" fmla="*/ 233120 w 542925"/>
                <a:gd name="connsiteY14" fmla="*/ 208222 h 676275"/>
                <a:gd name="connsiteX15" fmla="*/ 57860 w 542925"/>
                <a:gd name="connsiteY15" fmla="*/ 473969 h 676275"/>
                <a:gd name="connsiteX16" fmla="*/ 7378 w 542925"/>
                <a:gd name="connsiteY16" fmla="*/ 648277 h 676275"/>
                <a:gd name="connsiteX17" fmla="*/ 14045 w 542925"/>
                <a:gd name="connsiteY17" fmla="*/ 670184 h 676275"/>
                <a:gd name="connsiteX18" fmla="*/ 27380 w 542925"/>
                <a:gd name="connsiteY18" fmla="*/ 669232 h 67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2925" h="676275">
                  <a:moveTo>
                    <a:pt x="27380" y="669232"/>
                  </a:moveTo>
                  <a:cubicBezTo>
                    <a:pt x="44525" y="565409"/>
                    <a:pt x="83578" y="465397"/>
                    <a:pt x="138823" y="376814"/>
                  </a:cubicBezTo>
                  <a:cubicBezTo>
                    <a:pt x="195020" y="288232"/>
                    <a:pt x="267410" y="209174"/>
                    <a:pt x="352183" y="147262"/>
                  </a:cubicBezTo>
                  <a:cubicBezTo>
                    <a:pt x="394093" y="116782"/>
                    <a:pt x="438860" y="90112"/>
                    <a:pt x="485533" y="68204"/>
                  </a:cubicBezTo>
                  <a:cubicBezTo>
                    <a:pt x="479818" y="77729"/>
                    <a:pt x="475055" y="87254"/>
                    <a:pt x="469340" y="96779"/>
                  </a:cubicBezTo>
                  <a:cubicBezTo>
                    <a:pt x="452195" y="128212"/>
                    <a:pt x="434098" y="160597"/>
                    <a:pt x="416953" y="192029"/>
                  </a:cubicBezTo>
                  <a:cubicBezTo>
                    <a:pt x="412190" y="201554"/>
                    <a:pt x="425525" y="230129"/>
                    <a:pt x="433145" y="216794"/>
                  </a:cubicBezTo>
                  <a:cubicBezTo>
                    <a:pt x="450290" y="186314"/>
                    <a:pt x="467435" y="154882"/>
                    <a:pt x="484580" y="124402"/>
                  </a:cubicBezTo>
                  <a:cubicBezTo>
                    <a:pt x="493153" y="109162"/>
                    <a:pt x="501725" y="93922"/>
                    <a:pt x="509345" y="78682"/>
                  </a:cubicBezTo>
                  <a:cubicBezTo>
                    <a:pt x="516965" y="64394"/>
                    <a:pt x="523633" y="48202"/>
                    <a:pt x="536015" y="37724"/>
                  </a:cubicBezTo>
                  <a:cubicBezTo>
                    <a:pt x="543635" y="31057"/>
                    <a:pt x="535063" y="5339"/>
                    <a:pt x="524585" y="7244"/>
                  </a:cubicBezTo>
                  <a:cubicBezTo>
                    <a:pt x="449338" y="21532"/>
                    <a:pt x="374090" y="32009"/>
                    <a:pt x="297890" y="39629"/>
                  </a:cubicBezTo>
                  <a:cubicBezTo>
                    <a:pt x="287413" y="40582"/>
                    <a:pt x="295033" y="72967"/>
                    <a:pt x="307415" y="71062"/>
                  </a:cubicBezTo>
                  <a:cubicBezTo>
                    <a:pt x="350278" y="66299"/>
                    <a:pt x="393140" y="61537"/>
                    <a:pt x="436003" y="54869"/>
                  </a:cubicBezTo>
                  <a:cubicBezTo>
                    <a:pt x="360755" y="94874"/>
                    <a:pt x="292175" y="147262"/>
                    <a:pt x="233120" y="208222"/>
                  </a:cubicBezTo>
                  <a:cubicBezTo>
                    <a:pt x="158825" y="284422"/>
                    <a:pt x="98818" y="375862"/>
                    <a:pt x="57860" y="473969"/>
                  </a:cubicBezTo>
                  <a:cubicBezTo>
                    <a:pt x="35000" y="530167"/>
                    <a:pt x="17855" y="588269"/>
                    <a:pt x="7378" y="648277"/>
                  </a:cubicBezTo>
                  <a:cubicBezTo>
                    <a:pt x="6425" y="655897"/>
                    <a:pt x="8330" y="665422"/>
                    <a:pt x="14045" y="670184"/>
                  </a:cubicBezTo>
                  <a:cubicBezTo>
                    <a:pt x="20713" y="676852"/>
                    <a:pt x="25475" y="675899"/>
                    <a:pt x="27380" y="669232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rtl="0"/>
              <a:endParaRPr lang="pt-PT"/>
            </a:p>
          </p:txBody>
        </p:sp>
        <p:sp>
          <p:nvSpPr>
            <p:cNvPr id="21" name="Imagem 18" title="Seta de Instruções do Modelo">
              <a:extLst>
                <a:ext uri="{FF2B5EF4-FFF2-40B4-BE49-F238E27FC236}">
                  <a16:creationId xmlns:a16="http://schemas.microsoft.com/office/drawing/2014/main" id="{051A3989-527C-4619-9BF7-E99892F1986E}"/>
                </a:ext>
              </a:extLst>
            </p:cNvPr>
            <p:cNvSpPr/>
            <p:nvPr/>
          </p:nvSpPr>
          <p:spPr>
            <a:xfrm rot="17820117">
              <a:off x="3452257" y="2502894"/>
              <a:ext cx="421360" cy="524851"/>
            </a:xfrm>
            <a:custGeom>
              <a:avLst/>
              <a:gdLst>
                <a:gd name="connsiteX0" fmla="*/ 27380 w 542925"/>
                <a:gd name="connsiteY0" fmla="*/ 669232 h 676275"/>
                <a:gd name="connsiteX1" fmla="*/ 138823 w 542925"/>
                <a:gd name="connsiteY1" fmla="*/ 376814 h 676275"/>
                <a:gd name="connsiteX2" fmla="*/ 352183 w 542925"/>
                <a:gd name="connsiteY2" fmla="*/ 147262 h 676275"/>
                <a:gd name="connsiteX3" fmla="*/ 485533 w 542925"/>
                <a:gd name="connsiteY3" fmla="*/ 68204 h 676275"/>
                <a:gd name="connsiteX4" fmla="*/ 469340 w 542925"/>
                <a:gd name="connsiteY4" fmla="*/ 96779 h 676275"/>
                <a:gd name="connsiteX5" fmla="*/ 416953 w 542925"/>
                <a:gd name="connsiteY5" fmla="*/ 192029 h 676275"/>
                <a:gd name="connsiteX6" fmla="*/ 433145 w 542925"/>
                <a:gd name="connsiteY6" fmla="*/ 216794 h 676275"/>
                <a:gd name="connsiteX7" fmla="*/ 484580 w 542925"/>
                <a:gd name="connsiteY7" fmla="*/ 124402 h 676275"/>
                <a:gd name="connsiteX8" fmla="*/ 509345 w 542925"/>
                <a:gd name="connsiteY8" fmla="*/ 78682 h 676275"/>
                <a:gd name="connsiteX9" fmla="*/ 536015 w 542925"/>
                <a:gd name="connsiteY9" fmla="*/ 37724 h 676275"/>
                <a:gd name="connsiteX10" fmla="*/ 524585 w 542925"/>
                <a:gd name="connsiteY10" fmla="*/ 7244 h 676275"/>
                <a:gd name="connsiteX11" fmla="*/ 297890 w 542925"/>
                <a:gd name="connsiteY11" fmla="*/ 39629 h 676275"/>
                <a:gd name="connsiteX12" fmla="*/ 307415 w 542925"/>
                <a:gd name="connsiteY12" fmla="*/ 71062 h 676275"/>
                <a:gd name="connsiteX13" fmla="*/ 436003 w 542925"/>
                <a:gd name="connsiteY13" fmla="*/ 54869 h 676275"/>
                <a:gd name="connsiteX14" fmla="*/ 233120 w 542925"/>
                <a:gd name="connsiteY14" fmla="*/ 208222 h 676275"/>
                <a:gd name="connsiteX15" fmla="*/ 57860 w 542925"/>
                <a:gd name="connsiteY15" fmla="*/ 473969 h 676275"/>
                <a:gd name="connsiteX16" fmla="*/ 7378 w 542925"/>
                <a:gd name="connsiteY16" fmla="*/ 648277 h 676275"/>
                <a:gd name="connsiteX17" fmla="*/ 14045 w 542925"/>
                <a:gd name="connsiteY17" fmla="*/ 670184 h 676275"/>
                <a:gd name="connsiteX18" fmla="*/ 27380 w 542925"/>
                <a:gd name="connsiteY18" fmla="*/ 669232 h 67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2925" h="676275">
                  <a:moveTo>
                    <a:pt x="27380" y="669232"/>
                  </a:moveTo>
                  <a:cubicBezTo>
                    <a:pt x="44525" y="565409"/>
                    <a:pt x="83578" y="465397"/>
                    <a:pt x="138823" y="376814"/>
                  </a:cubicBezTo>
                  <a:cubicBezTo>
                    <a:pt x="195020" y="288232"/>
                    <a:pt x="267410" y="209174"/>
                    <a:pt x="352183" y="147262"/>
                  </a:cubicBezTo>
                  <a:cubicBezTo>
                    <a:pt x="394093" y="116782"/>
                    <a:pt x="438860" y="90112"/>
                    <a:pt x="485533" y="68204"/>
                  </a:cubicBezTo>
                  <a:cubicBezTo>
                    <a:pt x="479818" y="77729"/>
                    <a:pt x="475055" y="87254"/>
                    <a:pt x="469340" y="96779"/>
                  </a:cubicBezTo>
                  <a:cubicBezTo>
                    <a:pt x="452195" y="128212"/>
                    <a:pt x="434098" y="160597"/>
                    <a:pt x="416953" y="192029"/>
                  </a:cubicBezTo>
                  <a:cubicBezTo>
                    <a:pt x="412190" y="201554"/>
                    <a:pt x="425525" y="230129"/>
                    <a:pt x="433145" y="216794"/>
                  </a:cubicBezTo>
                  <a:cubicBezTo>
                    <a:pt x="450290" y="186314"/>
                    <a:pt x="467435" y="154882"/>
                    <a:pt x="484580" y="124402"/>
                  </a:cubicBezTo>
                  <a:cubicBezTo>
                    <a:pt x="493153" y="109162"/>
                    <a:pt x="501725" y="93922"/>
                    <a:pt x="509345" y="78682"/>
                  </a:cubicBezTo>
                  <a:cubicBezTo>
                    <a:pt x="516965" y="64394"/>
                    <a:pt x="523633" y="48202"/>
                    <a:pt x="536015" y="37724"/>
                  </a:cubicBezTo>
                  <a:cubicBezTo>
                    <a:pt x="543635" y="31057"/>
                    <a:pt x="535063" y="5339"/>
                    <a:pt x="524585" y="7244"/>
                  </a:cubicBezTo>
                  <a:cubicBezTo>
                    <a:pt x="449338" y="21532"/>
                    <a:pt x="374090" y="32009"/>
                    <a:pt x="297890" y="39629"/>
                  </a:cubicBezTo>
                  <a:cubicBezTo>
                    <a:pt x="287413" y="40582"/>
                    <a:pt x="295033" y="72967"/>
                    <a:pt x="307415" y="71062"/>
                  </a:cubicBezTo>
                  <a:cubicBezTo>
                    <a:pt x="350278" y="66299"/>
                    <a:pt x="393140" y="61537"/>
                    <a:pt x="436003" y="54869"/>
                  </a:cubicBezTo>
                  <a:cubicBezTo>
                    <a:pt x="360755" y="94874"/>
                    <a:pt x="292175" y="147262"/>
                    <a:pt x="233120" y="208222"/>
                  </a:cubicBezTo>
                  <a:cubicBezTo>
                    <a:pt x="158825" y="284422"/>
                    <a:pt x="98818" y="375862"/>
                    <a:pt x="57860" y="473969"/>
                  </a:cubicBezTo>
                  <a:cubicBezTo>
                    <a:pt x="35000" y="530167"/>
                    <a:pt x="17855" y="588269"/>
                    <a:pt x="7378" y="648277"/>
                  </a:cubicBezTo>
                  <a:cubicBezTo>
                    <a:pt x="6425" y="655897"/>
                    <a:pt x="8330" y="665422"/>
                    <a:pt x="14045" y="670184"/>
                  </a:cubicBezTo>
                  <a:cubicBezTo>
                    <a:pt x="20713" y="676852"/>
                    <a:pt x="25475" y="675899"/>
                    <a:pt x="27380" y="669232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rtl="0"/>
              <a:endParaRPr lang="pt-PT"/>
            </a:p>
          </p:txBody>
        </p:sp>
      </p:grpSp>
      <p:sp>
        <p:nvSpPr>
          <p:cNvPr id="42" name="Retângulo 41" descr="Caixa de Fundo de Instruções">
            <a:extLst>
              <a:ext uri="{FF2B5EF4-FFF2-40B4-BE49-F238E27FC236}">
                <a16:creationId xmlns:a16="http://schemas.microsoft.com/office/drawing/2014/main" id="{3844B058-3CE8-4852-BEF6-257F8549EE99}"/>
              </a:ext>
            </a:extLst>
          </p:cNvPr>
          <p:cNvSpPr/>
          <p:nvPr/>
        </p:nvSpPr>
        <p:spPr>
          <a:xfrm>
            <a:off x="8282947" y="2345290"/>
            <a:ext cx="3803798" cy="35506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45" name="Oval 44" title="Imagens de fundo em círculo">
            <a:extLst>
              <a:ext uri="{FF2B5EF4-FFF2-40B4-BE49-F238E27FC236}">
                <a16:creationId xmlns:a16="http://schemas.microsoft.com/office/drawing/2014/main" id="{840F97B3-0E1D-40DC-BF8C-2D40E7DDC61C}"/>
              </a:ext>
            </a:extLst>
          </p:cNvPr>
          <p:cNvSpPr/>
          <p:nvPr/>
        </p:nvSpPr>
        <p:spPr>
          <a:xfrm>
            <a:off x="8426865" y="2498870"/>
            <a:ext cx="426811" cy="4268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PT" b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4" name="Caixa de texto 13">
            <a:extLst>
              <a:ext uri="{FF2B5EF4-FFF2-40B4-BE49-F238E27FC236}">
                <a16:creationId xmlns:a16="http://schemas.microsoft.com/office/drawing/2014/main" id="{7EAFFD73-4869-4CC3-8C60-E7C58E91DDE1}"/>
              </a:ext>
            </a:extLst>
          </p:cNvPr>
          <p:cNvSpPr txBox="1"/>
          <p:nvPr/>
        </p:nvSpPr>
        <p:spPr>
          <a:xfrm>
            <a:off x="8672699" y="2893631"/>
            <a:ext cx="3005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pt-PT" sz="2000" b="1"/>
              <a:t>Logótipo da empresa</a:t>
            </a:r>
          </a:p>
        </p:txBody>
      </p:sp>
      <p:sp>
        <p:nvSpPr>
          <p:cNvPr id="10" name="Caixa de texto 9">
            <a:extLst>
              <a:ext uri="{FF2B5EF4-FFF2-40B4-BE49-F238E27FC236}">
                <a16:creationId xmlns:a16="http://schemas.microsoft.com/office/drawing/2014/main" id="{DBE590BD-3E87-43CE-BDCC-A6A81A224642}"/>
              </a:ext>
            </a:extLst>
          </p:cNvPr>
          <p:cNvSpPr txBox="1"/>
          <p:nvPr/>
        </p:nvSpPr>
        <p:spPr>
          <a:xfrm>
            <a:off x="8590629" y="3497171"/>
            <a:ext cx="31693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pt-PT" sz="1600"/>
              <a:t>Insira o logótipo da empresa </a:t>
            </a:r>
            <a:br>
              <a:rPr lang="pt-PT" sz="1600"/>
            </a:br>
            <a:r>
              <a:rPr lang="pt-PT" sz="1600"/>
              <a:t>no </a:t>
            </a:r>
            <a:r>
              <a:rPr lang="pt-PT" sz="1600" b="1"/>
              <a:t>Modelo Global de Diapositivos</a:t>
            </a:r>
          </a:p>
          <a:p>
            <a:pPr algn="ctr" rtl="0"/>
            <a:r>
              <a:rPr lang="pt-PT"/>
              <a:t/>
            </a:r>
            <a:br>
              <a:rPr lang="pt-PT"/>
            </a:br>
            <a:r>
              <a:rPr lang="pt-PT"/>
              <a:t>    </a:t>
            </a:r>
            <a:r>
              <a:rPr lang="pt-PT" sz="1200"/>
              <a:t>Ver </a:t>
            </a:r>
            <a:r>
              <a:rPr lang="pt-PT" sz="1200">
                <a:sym typeface="Wingdings" panose="05000000000000000000" pitchFamily="2" charset="2"/>
              </a:rPr>
              <a:t></a:t>
            </a:r>
            <a:r>
              <a:rPr lang="pt-PT" sz="1200"/>
              <a:t> Modelo Global de Diapositivos</a:t>
            </a:r>
          </a:p>
          <a:p>
            <a:pPr algn="ctr" rtl="0"/>
            <a:r>
              <a:rPr lang="pt-PT" sz="1200"/>
              <a:t/>
            </a:r>
            <a:br>
              <a:rPr lang="pt-PT" sz="1200"/>
            </a:br>
            <a:r>
              <a:rPr lang="pt-PT" sz="1200"/>
              <a:t>Certifique-se de que está no </a:t>
            </a:r>
            <a:r>
              <a:rPr lang="pt-PT" sz="1200" b="1"/>
              <a:t>primeiro diapositivo</a:t>
            </a:r>
            <a:r>
              <a:rPr lang="pt-PT" sz="1200"/>
              <a:t> (Global) e, em seguida, remova o marcador de posição do logótipo e coloque o seu logótipo ou edite o texto. </a:t>
            </a:r>
            <a:endParaRPr lang="pt-PT"/>
          </a:p>
        </p:txBody>
      </p:sp>
      <p:pic>
        <p:nvPicPr>
          <p:cNvPr id="34" name="Imagem 33" title="Ícone de Clique">
            <a:extLst>
              <a:ext uri="{FF2B5EF4-FFF2-40B4-BE49-F238E27FC236}">
                <a16:creationId xmlns:a16="http://schemas.microsoft.com/office/drawing/2014/main" id="{CD918641-0E9F-47D8-845F-9A6E26FAFE5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821308" y="4331042"/>
            <a:ext cx="199025" cy="1990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Imagem 6" title="Seta de Instruções do Modelo">
            <a:extLst>
              <a:ext uri="{FF2B5EF4-FFF2-40B4-BE49-F238E27FC236}">
                <a16:creationId xmlns:a16="http://schemas.microsoft.com/office/drawing/2014/main" id="{B380D939-B966-40C5-8110-A8705AE6EE34}"/>
              </a:ext>
            </a:extLst>
          </p:cNvPr>
          <p:cNvSpPr/>
          <p:nvPr/>
        </p:nvSpPr>
        <p:spPr>
          <a:xfrm rot="14861138" flipH="1">
            <a:off x="9909280" y="5343808"/>
            <a:ext cx="907492" cy="984181"/>
          </a:xfrm>
          <a:custGeom>
            <a:avLst/>
            <a:gdLst>
              <a:gd name="connsiteX0" fmla="*/ 626791 w 676275"/>
              <a:gd name="connsiteY0" fmla="*/ 456724 h 666750"/>
              <a:gd name="connsiteX1" fmla="*/ 624886 w 676275"/>
              <a:gd name="connsiteY1" fmla="*/ 459581 h 666750"/>
              <a:gd name="connsiteX2" fmla="*/ 500108 w 676275"/>
              <a:gd name="connsiteY2" fmla="*/ 418624 h 666750"/>
              <a:gd name="connsiteX3" fmla="*/ 465818 w 676275"/>
              <a:gd name="connsiteY3" fmla="*/ 415766 h 666750"/>
              <a:gd name="connsiteX4" fmla="*/ 470581 w 676275"/>
              <a:gd name="connsiteY4" fmla="*/ 433864 h 666750"/>
              <a:gd name="connsiteX5" fmla="*/ 605836 w 676275"/>
              <a:gd name="connsiteY5" fmla="*/ 480536 h 666750"/>
              <a:gd name="connsiteX6" fmla="*/ 544876 w 676275"/>
              <a:gd name="connsiteY6" fmla="*/ 507206 h 666750"/>
              <a:gd name="connsiteX7" fmla="*/ 475343 w 676275"/>
              <a:gd name="connsiteY7" fmla="*/ 516731 h 666750"/>
              <a:gd name="connsiteX8" fmla="*/ 456293 w 676275"/>
              <a:gd name="connsiteY8" fmla="*/ 515779 h 666750"/>
              <a:gd name="connsiteX9" fmla="*/ 446768 w 676275"/>
              <a:gd name="connsiteY9" fmla="*/ 514826 h 666750"/>
              <a:gd name="connsiteX10" fmla="*/ 442958 w 676275"/>
              <a:gd name="connsiteY10" fmla="*/ 514826 h 666750"/>
              <a:gd name="connsiteX11" fmla="*/ 441053 w 676275"/>
              <a:gd name="connsiteY11" fmla="*/ 514826 h 666750"/>
              <a:gd name="connsiteX12" fmla="*/ 440101 w 676275"/>
              <a:gd name="connsiteY12" fmla="*/ 514826 h 666750"/>
              <a:gd name="connsiteX13" fmla="*/ 422003 w 676275"/>
              <a:gd name="connsiteY13" fmla="*/ 511016 h 666750"/>
              <a:gd name="connsiteX14" fmla="*/ 406763 w 676275"/>
              <a:gd name="connsiteY14" fmla="*/ 507206 h 666750"/>
              <a:gd name="connsiteX15" fmla="*/ 339136 w 676275"/>
              <a:gd name="connsiteY15" fmla="*/ 472916 h 666750"/>
              <a:gd name="connsiteX16" fmla="*/ 220073 w 676275"/>
              <a:gd name="connsiteY16" fmla="*/ 348139 h 666750"/>
              <a:gd name="connsiteX17" fmla="*/ 132443 w 676275"/>
              <a:gd name="connsiteY17" fmla="*/ 202406 h 666750"/>
              <a:gd name="connsiteX18" fmla="*/ 56243 w 676275"/>
              <a:gd name="connsiteY18" fmla="*/ 22384 h 666750"/>
              <a:gd name="connsiteX19" fmla="*/ 27668 w 676275"/>
              <a:gd name="connsiteY19" fmla="*/ 7144 h 666750"/>
              <a:gd name="connsiteX20" fmla="*/ 7666 w 676275"/>
              <a:gd name="connsiteY20" fmla="*/ 18574 h 666750"/>
              <a:gd name="connsiteX21" fmla="*/ 171496 w 676275"/>
              <a:gd name="connsiteY21" fmla="*/ 346234 h 666750"/>
              <a:gd name="connsiteX22" fmla="*/ 299131 w 676275"/>
              <a:gd name="connsiteY22" fmla="*/ 481489 h 666750"/>
              <a:gd name="connsiteX23" fmla="*/ 467723 w 676275"/>
              <a:gd name="connsiteY23" fmla="*/ 543401 h 666750"/>
              <a:gd name="connsiteX24" fmla="*/ 576308 w 676275"/>
              <a:gd name="connsiteY24" fmla="*/ 531971 h 666750"/>
              <a:gd name="connsiteX25" fmla="*/ 510586 w 676275"/>
              <a:gd name="connsiteY25" fmla="*/ 642461 h 666750"/>
              <a:gd name="connsiteX26" fmla="*/ 524873 w 676275"/>
              <a:gd name="connsiteY26" fmla="*/ 661511 h 666750"/>
              <a:gd name="connsiteX27" fmla="*/ 556306 w 676275"/>
              <a:gd name="connsiteY27" fmla="*/ 659606 h 666750"/>
              <a:gd name="connsiteX28" fmla="*/ 660128 w 676275"/>
              <a:gd name="connsiteY28" fmla="*/ 490061 h 666750"/>
              <a:gd name="connsiteX29" fmla="*/ 669653 w 676275"/>
              <a:gd name="connsiteY29" fmla="*/ 482441 h 666750"/>
              <a:gd name="connsiteX30" fmla="*/ 668701 w 676275"/>
              <a:gd name="connsiteY30" fmla="*/ 476726 h 666750"/>
              <a:gd name="connsiteX31" fmla="*/ 670606 w 676275"/>
              <a:gd name="connsiteY31" fmla="*/ 473869 h 666750"/>
              <a:gd name="connsiteX32" fmla="*/ 626791 w 676275"/>
              <a:gd name="connsiteY32" fmla="*/ 456724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76275" h="666750">
                <a:moveTo>
                  <a:pt x="626791" y="456724"/>
                </a:moveTo>
                <a:cubicBezTo>
                  <a:pt x="625838" y="457676"/>
                  <a:pt x="625838" y="458629"/>
                  <a:pt x="624886" y="459581"/>
                </a:cubicBezTo>
                <a:cubicBezTo>
                  <a:pt x="582023" y="450056"/>
                  <a:pt x="540113" y="436721"/>
                  <a:pt x="500108" y="418624"/>
                </a:cubicBezTo>
                <a:cubicBezTo>
                  <a:pt x="490583" y="413861"/>
                  <a:pt x="476296" y="410051"/>
                  <a:pt x="465818" y="415766"/>
                </a:cubicBezTo>
                <a:cubicBezTo>
                  <a:pt x="456293" y="421481"/>
                  <a:pt x="463913" y="431006"/>
                  <a:pt x="470581" y="433864"/>
                </a:cubicBezTo>
                <a:cubicBezTo>
                  <a:pt x="514396" y="453866"/>
                  <a:pt x="559163" y="469106"/>
                  <a:pt x="605836" y="480536"/>
                </a:cubicBezTo>
                <a:cubicBezTo>
                  <a:pt x="586786" y="491966"/>
                  <a:pt x="566783" y="501491"/>
                  <a:pt x="544876" y="507206"/>
                </a:cubicBezTo>
                <a:cubicBezTo>
                  <a:pt x="522968" y="513874"/>
                  <a:pt x="496298" y="516731"/>
                  <a:pt x="475343" y="516731"/>
                </a:cubicBezTo>
                <a:cubicBezTo>
                  <a:pt x="468676" y="516731"/>
                  <a:pt x="462961" y="516731"/>
                  <a:pt x="456293" y="515779"/>
                </a:cubicBezTo>
                <a:cubicBezTo>
                  <a:pt x="453436" y="515779"/>
                  <a:pt x="449626" y="514826"/>
                  <a:pt x="446768" y="514826"/>
                </a:cubicBezTo>
                <a:cubicBezTo>
                  <a:pt x="445816" y="514826"/>
                  <a:pt x="443911" y="514826"/>
                  <a:pt x="442958" y="514826"/>
                </a:cubicBezTo>
                <a:cubicBezTo>
                  <a:pt x="442006" y="514826"/>
                  <a:pt x="442006" y="514826"/>
                  <a:pt x="441053" y="514826"/>
                </a:cubicBezTo>
                <a:cubicBezTo>
                  <a:pt x="441053" y="514826"/>
                  <a:pt x="440101" y="514826"/>
                  <a:pt x="440101" y="514826"/>
                </a:cubicBezTo>
                <a:cubicBezTo>
                  <a:pt x="434386" y="513874"/>
                  <a:pt x="427718" y="512921"/>
                  <a:pt x="422003" y="511016"/>
                </a:cubicBezTo>
                <a:cubicBezTo>
                  <a:pt x="414383" y="509111"/>
                  <a:pt x="413431" y="509111"/>
                  <a:pt x="406763" y="507206"/>
                </a:cubicBezTo>
                <a:cubicBezTo>
                  <a:pt x="382951" y="499586"/>
                  <a:pt x="361043" y="488156"/>
                  <a:pt x="339136" y="472916"/>
                </a:cubicBezTo>
                <a:cubicBezTo>
                  <a:pt x="292463" y="439579"/>
                  <a:pt x="253411" y="394811"/>
                  <a:pt x="220073" y="348139"/>
                </a:cubicBezTo>
                <a:cubicBezTo>
                  <a:pt x="186736" y="302419"/>
                  <a:pt x="157208" y="252889"/>
                  <a:pt x="132443" y="202406"/>
                </a:cubicBezTo>
                <a:cubicBezTo>
                  <a:pt x="103868" y="144304"/>
                  <a:pt x="79103" y="83344"/>
                  <a:pt x="56243" y="22384"/>
                </a:cubicBezTo>
                <a:cubicBezTo>
                  <a:pt x="52433" y="11906"/>
                  <a:pt x="38146" y="8096"/>
                  <a:pt x="27668" y="7144"/>
                </a:cubicBezTo>
                <a:cubicBezTo>
                  <a:pt x="21953" y="7144"/>
                  <a:pt x="3856" y="8096"/>
                  <a:pt x="7666" y="18574"/>
                </a:cubicBezTo>
                <a:cubicBezTo>
                  <a:pt x="50528" y="132874"/>
                  <a:pt x="99106" y="247174"/>
                  <a:pt x="171496" y="346234"/>
                </a:cubicBezTo>
                <a:cubicBezTo>
                  <a:pt x="207691" y="395764"/>
                  <a:pt x="249601" y="444341"/>
                  <a:pt x="299131" y="481489"/>
                </a:cubicBezTo>
                <a:cubicBezTo>
                  <a:pt x="348661" y="517684"/>
                  <a:pt x="406763" y="538639"/>
                  <a:pt x="467723" y="543401"/>
                </a:cubicBezTo>
                <a:cubicBezTo>
                  <a:pt x="503918" y="545306"/>
                  <a:pt x="541066" y="542449"/>
                  <a:pt x="576308" y="531971"/>
                </a:cubicBezTo>
                <a:cubicBezTo>
                  <a:pt x="553448" y="568166"/>
                  <a:pt x="531541" y="605314"/>
                  <a:pt x="510586" y="642461"/>
                </a:cubicBezTo>
                <a:cubicBezTo>
                  <a:pt x="505823" y="651986"/>
                  <a:pt x="517253" y="658654"/>
                  <a:pt x="524873" y="661511"/>
                </a:cubicBezTo>
                <a:cubicBezTo>
                  <a:pt x="531541" y="664369"/>
                  <a:pt x="551543" y="668179"/>
                  <a:pt x="556306" y="659606"/>
                </a:cubicBezTo>
                <a:cubicBezTo>
                  <a:pt x="588691" y="601504"/>
                  <a:pt x="622981" y="545306"/>
                  <a:pt x="660128" y="490061"/>
                </a:cubicBezTo>
                <a:cubicBezTo>
                  <a:pt x="664891" y="489109"/>
                  <a:pt x="668701" y="487204"/>
                  <a:pt x="669653" y="482441"/>
                </a:cubicBezTo>
                <a:cubicBezTo>
                  <a:pt x="670606" y="480536"/>
                  <a:pt x="669653" y="478631"/>
                  <a:pt x="668701" y="476726"/>
                </a:cubicBezTo>
                <a:cubicBezTo>
                  <a:pt x="669653" y="475774"/>
                  <a:pt x="669653" y="474821"/>
                  <a:pt x="670606" y="473869"/>
                </a:cubicBezTo>
                <a:cubicBezTo>
                  <a:pt x="683941" y="457676"/>
                  <a:pt x="636316" y="443389"/>
                  <a:pt x="626791" y="456724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rtl="0"/>
            <a:endParaRPr lang="pt-PT"/>
          </a:p>
        </p:txBody>
      </p:sp>
      <p:sp>
        <p:nvSpPr>
          <p:cNvPr id="36" name="Retângulo 35" descr="Caixa de Fundo de Instruções">
            <a:extLst>
              <a:ext uri="{FF2B5EF4-FFF2-40B4-BE49-F238E27FC236}">
                <a16:creationId xmlns:a16="http://schemas.microsoft.com/office/drawing/2014/main" id="{076CBD10-D15D-4FC1-8D9B-B4BEB3C1E3E5}"/>
              </a:ext>
            </a:extLst>
          </p:cNvPr>
          <p:cNvSpPr/>
          <p:nvPr/>
        </p:nvSpPr>
        <p:spPr>
          <a:xfrm>
            <a:off x="78734" y="4335681"/>
            <a:ext cx="8126850" cy="19328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44" name="Oval 43" title="Imagens de fundo em círculo">
            <a:extLst>
              <a:ext uri="{FF2B5EF4-FFF2-40B4-BE49-F238E27FC236}">
                <a16:creationId xmlns:a16="http://schemas.microsoft.com/office/drawing/2014/main" id="{AD5E115B-A01C-4789-8FA0-CA1A95794CDC}"/>
              </a:ext>
            </a:extLst>
          </p:cNvPr>
          <p:cNvSpPr/>
          <p:nvPr/>
        </p:nvSpPr>
        <p:spPr>
          <a:xfrm>
            <a:off x="7640194" y="4463794"/>
            <a:ext cx="426811" cy="4268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PT" b="1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3" name="Caixa de texto 22">
            <a:extLst>
              <a:ext uri="{FF2B5EF4-FFF2-40B4-BE49-F238E27FC236}">
                <a16:creationId xmlns:a16="http://schemas.microsoft.com/office/drawing/2014/main" id="{92C20CDD-0E88-460E-B553-CC0BFE2D7E81}"/>
              </a:ext>
            </a:extLst>
          </p:cNvPr>
          <p:cNvSpPr txBox="1"/>
          <p:nvPr/>
        </p:nvSpPr>
        <p:spPr>
          <a:xfrm>
            <a:off x="4026334" y="4470565"/>
            <a:ext cx="311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PT" sz="2000" b="1"/>
              <a:t>Escolha as cores</a:t>
            </a:r>
          </a:p>
        </p:txBody>
      </p:sp>
      <p:sp>
        <p:nvSpPr>
          <p:cNvPr id="22" name="Caixa de texto 21">
            <a:extLst>
              <a:ext uri="{FF2B5EF4-FFF2-40B4-BE49-F238E27FC236}">
                <a16:creationId xmlns:a16="http://schemas.microsoft.com/office/drawing/2014/main" id="{0EDD0AB6-01C4-4545-BA3F-9047F2A0799E}"/>
              </a:ext>
            </a:extLst>
          </p:cNvPr>
          <p:cNvSpPr txBox="1"/>
          <p:nvPr/>
        </p:nvSpPr>
        <p:spPr>
          <a:xfrm>
            <a:off x="4026335" y="4919304"/>
            <a:ext cx="361385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PT" sz="1600"/>
              <a:t>Altere a cor do seu Tema na vista</a:t>
            </a:r>
            <a:r>
              <a:rPr lang="pt-PT" sz="1200">
                <a:sym typeface="Wingdings" panose="05000000000000000000" pitchFamily="2" charset="2"/>
              </a:rPr>
              <a:t> </a:t>
            </a:r>
            <a:r>
              <a:rPr lang="pt-PT" sz="1600" b="1"/>
              <a:t>Modelo Global de Diapositivos</a:t>
            </a:r>
            <a:r>
              <a:rPr lang="pt-PT" sz="1600"/>
              <a:t/>
            </a:r>
            <a:br>
              <a:rPr lang="pt-PT" sz="1600"/>
            </a:br>
            <a:r>
              <a:rPr lang="pt-PT" sz="1400"/>
              <a:t/>
            </a:r>
            <a:br>
              <a:rPr lang="pt-PT" sz="1400"/>
            </a:br>
            <a:r>
              <a:rPr lang="pt-PT"/>
              <a:t>    </a:t>
            </a:r>
            <a:r>
              <a:rPr lang="pt-PT" sz="1200"/>
              <a:t>Ver </a:t>
            </a:r>
            <a:r>
              <a:rPr lang="pt-PT" sz="1200">
                <a:sym typeface="Wingdings" panose="05000000000000000000" pitchFamily="2" charset="2"/>
              </a:rPr>
              <a:t></a:t>
            </a:r>
            <a:r>
              <a:rPr lang="pt-PT" sz="1200"/>
              <a:t> Modelo Global de Diapositivos </a:t>
            </a:r>
            <a:r>
              <a:rPr lang="pt-PT" sz="1200">
                <a:sym typeface="Wingdings" panose="05000000000000000000" pitchFamily="2" charset="2"/>
              </a:rPr>
              <a:t> Cores (</a:t>
            </a:r>
            <a:r>
              <a:rPr lang="pt-PT" sz="1200" i="1">
                <a:sym typeface="Wingdings" panose="05000000000000000000" pitchFamily="2" charset="2"/>
              </a:rPr>
              <a:t>Menu Pendente</a:t>
            </a:r>
            <a:r>
              <a:rPr lang="pt-PT" sz="1200">
                <a:sym typeface="Wingdings" panose="05000000000000000000" pitchFamily="2" charset="2"/>
              </a:rPr>
              <a:t>)</a:t>
            </a:r>
            <a:endParaRPr lang="pt-PT"/>
          </a:p>
        </p:txBody>
      </p:sp>
      <p:pic>
        <p:nvPicPr>
          <p:cNvPr id="35" name="Imagem 34" title="Ícone de Clique">
            <a:extLst>
              <a:ext uri="{FF2B5EF4-FFF2-40B4-BE49-F238E27FC236}">
                <a16:creationId xmlns:a16="http://schemas.microsoft.com/office/drawing/2014/main" id="{FE77A636-0A2F-43A6-A666-027B31BBE48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057289" y="5693469"/>
            <a:ext cx="199025" cy="1990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Imagem 23" title="Imagens de Instruções do Modelo">
            <a:extLst>
              <a:ext uri="{FF2B5EF4-FFF2-40B4-BE49-F238E27FC236}">
                <a16:creationId xmlns:a16="http://schemas.microsoft.com/office/drawing/2014/main" id="{15E4CC77-F166-480D-B4C3-5D8B4867946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4070" y="4703191"/>
            <a:ext cx="2738884" cy="1186824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39" name="Caixa de texto 38">
            <a:extLst>
              <a:ext uri="{FF2B5EF4-FFF2-40B4-BE49-F238E27FC236}">
                <a16:creationId xmlns:a16="http://schemas.microsoft.com/office/drawing/2014/main" id="{EE816D14-AD3C-4935-8CBF-20A2233CD8EE}"/>
              </a:ext>
            </a:extLst>
          </p:cNvPr>
          <p:cNvSpPr txBox="1"/>
          <p:nvPr/>
        </p:nvSpPr>
        <p:spPr>
          <a:xfrm>
            <a:off x="9181559" y="930462"/>
            <a:ext cx="1800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pt-PT" sz="1000">
                <a:solidFill>
                  <a:schemeClr val="tx1">
                    <a:lumMod val="75000"/>
                    <a:lumOff val="25000"/>
                  </a:schemeClr>
                </a:solidFill>
              </a:rPr>
              <a:t>Elimine este diapositivo quando estiver familiarizado com os Modelos Globais</a:t>
            </a:r>
          </a:p>
        </p:txBody>
      </p:sp>
      <p:grpSp>
        <p:nvGrpSpPr>
          <p:cNvPr id="54" name="Grupo 53" title="imagem de lixo">
            <a:extLst>
              <a:ext uri="{FF2B5EF4-FFF2-40B4-BE49-F238E27FC236}">
                <a16:creationId xmlns:a16="http://schemas.microsoft.com/office/drawing/2014/main" id="{EDB4B58C-F60B-48DA-BCAD-2112E9BE7B4D}"/>
              </a:ext>
            </a:extLst>
          </p:cNvPr>
          <p:cNvGrpSpPr/>
          <p:nvPr/>
        </p:nvGrpSpPr>
        <p:grpSpPr>
          <a:xfrm>
            <a:off x="10990548" y="876479"/>
            <a:ext cx="687382" cy="687382"/>
            <a:chOff x="11174860" y="467747"/>
            <a:chExt cx="687382" cy="687382"/>
          </a:xfrm>
        </p:grpSpPr>
        <p:sp>
          <p:nvSpPr>
            <p:cNvPr id="53" name="Oval 52" title="Imagens de fundo em círculo">
              <a:extLst>
                <a:ext uri="{FF2B5EF4-FFF2-40B4-BE49-F238E27FC236}">
                  <a16:creationId xmlns:a16="http://schemas.microsoft.com/office/drawing/2014/main" id="{FAD8A723-1B46-4241-82C6-307FB9AFAA72}"/>
                </a:ext>
              </a:extLst>
            </p:cNvPr>
            <p:cNvSpPr/>
            <p:nvPr/>
          </p:nvSpPr>
          <p:spPr>
            <a:xfrm>
              <a:off x="11174860" y="467747"/>
              <a:ext cx="687382" cy="6873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49" name="Imagem 47" title="ícone de lixo">
              <a:extLst>
                <a:ext uri="{FF2B5EF4-FFF2-40B4-BE49-F238E27FC236}">
                  <a16:creationId xmlns:a16="http://schemas.microsoft.com/office/drawing/2014/main" id="{8DA3E33B-4A06-4660-8AE8-549D26985401}"/>
                </a:ext>
              </a:extLst>
            </p:cNvPr>
            <p:cNvSpPr/>
            <p:nvPr/>
          </p:nvSpPr>
          <p:spPr>
            <a:xfrm>
              <a:off x="11388555" y="650855"/>
              <a:ext cx="259992" cy="321166"/>
            </a:xfrm>
            <a:custGeom>
              <a:avLst/>
              <a:gdLst>
                <a:gd name="connsiteX0" fmla="*/ 407881 w 418718"/>
                <a:gd name="connsiteY0" fmla="*/ 116995 h 517240"/>
                <a:gd name="connsiteX1" fmla="*/ 406403 w 418718"/>
                <a:gd name="connsiteY1" fmla="*/ 129803 h 517240"/>
                <a:gd name="connsiteX2" fmla="*/ 19951 w 418718"/>
                <a:gd name="connsiteY2" fmla="*/ 129803 h 517240"/>
                <a:gd name="connsiteX3" fmla="*/ 18473 w 418718"/>
                <a:gd name="connsiteY3" fmla="*/ 116995 h 517240"/>
                <a:gd name="connsiteX4" fmla="*/ 78818 w 418718"/>
                <a:gd name="connsiteY4" fmla="*/ 57635 h 517240"/>
                <a:gd name="connsiteX5" fmla="*/ 136453 w 418718"/>
                <a:gd name="connsiteY5" fmla="*/ 57635 h 517240"/>
                <a:gd name="connsiteX6" fmla="*/ 175122 w 418718"/>
                <a:gd name="connsiteY6" fmla="*/ 18474 h 517240"/>
                <a:gd name="connsiteX7" fmla="*/ 175369 w 418718"/>
                <a:gd name="connsiteY7" fmla="*/ 18473 h 517240"/>
                <a:gd name="connsiteX8" fmla="*/ 251231 w 418718"/>
                <a:gd name="connsiteY8" fmla="*/ 18473 h 517240"/>
                <a:gd name="connsiteX9" fmla="*/ 289408 w 418718"/>
                <a:gd name="connsiteY9" fmla="*/ 57389 h 517240"/>
                <a:gd name="connsiteX10" fmla="*/ 289408 w 418718"/>
                <a:gd name="connsiteY10" fmla="*/ 57389 h 517240"/>
                <a:gd name="connsiteX11" fmla="*/ 347044 w 418718"/>
                <a:gd name="connsiteY11" fmla="*/ 57389 h 517240"/>
                <a:gd name="connsiteX12" fmla="*/ 407881 w 418718"/>
                <a:gd name="connsiteY12" fmla="*/ 116995 h 517240"/>
                <a:gd name="connsiteX13" fmla="*/ 36453 w 418718"/>
                <a:gd name="connsiteY13" fmla="*/ 157389 h 517240"/>
                <a:gd name="connsiteX14" fmla="*/ 389901 w 418718"/>
                <a:gd name="connsiteY14" fmla="*/ 157389 h 517240"/>
                <a:gd name="connsiteX15" fmla="*/ 389901 w 418718"/>
                <a:gd name="connsiteY15" fmla="*/ 456896 h 517240"/>
                <a:gd name="connsiteX16" fmla="*/ 349507 w 418718"/>
                <a:gd name="connsiteY16" fmla="*/ 509359 h 517240"/>
                <a:gd name="connsiteX17" fmla="*/ 336453 w 418718"/>
                <a:gd name="connsiteY17" fmla="*/ 511083 h 517240"/>
                <a:gd name="connsiteX18" fmla="*/ 87931 w 418718"/>
                <a:gd name="connsiteY18" fmla="*/ 511083 h 517240"/>
                <a:gd name="connsiteX19" fmla="*/ 36452 w 418718"/>
                <a:gd name="connsiteY19" fmla="*/ 457172 h 517240"/>
                <a:gd name="connsiteX20" fmla="*/ 36453 w 418718"/>
                <a:gd name="connsiteY20" fmla="*/ 457142 h 517240"/>
                <a:gd name="connsiteX21" fmla="*/ 36453 w 418718"/>
                <a:gd name="connsiteY21" fmla="*/ 157635 h 517240"/>
                <a:gd name="connsiteX22" fmla="*/ 282758 w 418718"/>
                <a:gd name="connsiteY22" fmla="*/ 440640 h 517240"/>
                <a:gd name="connsiteX23" fmla="*/ 300492 w 418718"/>
                <a:gd name="connsiteY23" fmla="*/ 458374 h 517240"/>
                <a:gd name="connsiteX24" fmla="*/ 301724 w 418718"/>
                <a:gd name="connsiteY24" fmla="*/ 458374 h 517240"/>
                <a:gd name="connsiteX25" fmla="*/ 318719 w 418718"/>
                <a:gd name="connsiteY25" fmla="*/ 439654 h 517240"/>
                <a:gd name="connsiteX26" fmla="*/ 318719 w 418718"/>
                <a:gd name="connsiteY26" fmla="*/ 229556 h 517240"/>
                <a:gd name="connsiteX27" fmla="*/ 318719 w 418718"/>
                <a:gd name="connsiteY27" fmla="*/ 222906 h 517240"/>
                <a:gd name="connsiteX28" fmla="*/ 296379 w 418718"/>
                <a:gd name="connsiteY28" fmla="*/ 210762 h 517240"/>
                <a:gd name="connsiteX29" fmla="*/ 283497 w 418718"/>
                <a:gd name="connsiteY29" fmla="*/ 227832 h 517240"/>
                <a:gd name="connsiteX30" fmla="*/ 283497 w 418718"/>
                <a:gd name="connsiteY30" fmla="*/ 440640 h 517240"/>
                <a:gd name="connsiteX31" fmla="*/ 194088 w 418718"/>
                <a:gd name="connsiteY31" fmla="*/ 440640 h 517240"/>
                <a:gd name="connsiteX32" fmla="*/ 211822 w 418718"/>
                <a:gd name="connsiteY32" fmla="*/ 458374 h 517240"/>
                <a:gd name="connsiteX33" fmla="*/ 215517 w 418718"/>
                <a:gd name="connsiteY33" fmla="*/ 458374 h 517240"/>
                <a:gd name="connsiteX34" fmla="*/ 232019 w 418718"/>
                <a:gd name="connsiteY34" fmla="*/ 439654 h 517240"/>
                <a:gd name="connsiteX35" fmla="*/ 232019 w 418718"/>
                <a:gd name="connsiteY35" fmla="*/ 229310 h 517240"/>
                <a:gd name="connsiteX36" fmla="*/ 232019 w 418718"/>
                <a:gd name="connsiteY36" fmla="*/ 222906 h 517240"/>
                <a:gd name="connsiteX37" fmla="*/ 214532 w 418718"/>
                <a:gd name="connsiteY37" fmla="*/ 209852 h 517240"/>
                <a:gd name="connsiteX38" fmla="*/ 197044 w 418718"/>
                <a:gd name="connsiteY38" fmla="*/ 228078 h 517240"/>
                <a:gd name="connsiteX39" fmla="*/ 197044 w 418718"/>
                <a:gd name="connsiteY39" fmla="*/ 440640 h 517240"/>
                <a:gd name="connsiteX40" fmla="*/ 105419 w 418718"/>
                <a:gd name="connsiteY40" fmla="*/ 440640 h 517240"/>
                <a:gd name="connsiteX41" fmla="*/ 123153 w 418718"/>
                <a:gd name="connsiteY41" fmla="*/ 458374 h 517240"/>
                <a:gd name="connsiteX42" fmla="*/ 123153 w 418718"/>
                <a:gd name="connsiteY42" fmla="*/ 458374 h 517240"/>
                <a:gd name="connsiteX43" fmla="*/ 141641 w 418718"/>
                <a:gd name="connsiteY43" fmla="*/ 441948 h 517240"/>
                <a:gd name="connsiteX44" fmla="*/ 141625 w 418718"/>
                <a:gd name="connsiteY44" fmla="*/ 439654 h 517240"/>
                <a:gd name="connsiteX45" fmla="*/ 141625 w 418718"/>
                <a:gd name="connsiteY45" fmla="*/ 229310 h 517240"/>
                <a:gd name="connsiteX46" fmla="*/ 141625 w 418718"/>
                <a:gd name="connsiteY46" fmla="*/ 222906 h 517240"/>
                <a:gd name="connsiteX47" fmla="*/ 120363 w 418718"/>
                <a:gd name="connsiteY47" fmla="*/ 209605 h 517240"/>
                <a:gd name="connsiteX48" fmla="*/ 106650 w 418718"/>
                <a:gd name="connsiteY48" fmla="*/ 228078 h 517240"/>
                <a:gd name="connsiteX49" fmla="*/ 106650 w 418718"/>
                <a:gd name="connsiteY49" fmla="*/ 440640 h 517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418718" h="517240">
                  <a:moveTo>
                    <a:pt x="407881" y="116995"/>
                  </a:moveTo>
                  <a:cubicBezTo>
                    <a:pt x="407876" y="121306"/>
                    <a:pt x="407379" y="125603"/>
                    <a:pt x="406403" y="129803"/>
                  </a:cubicBezTo>
                  <a:lnTo>
                    <a:pt x="19951" y="129803"/>
                  </a:lnTo>
                  <a:cubicBezTo>
                    <a:pt x="18974" y="125603"/>
                    <a:pt x="18479" y="121306"/>
                    <a:pt x="18473" y="116995"/>
                  </a:cubicBezTo>
                  <a:cubicBezTo>
                    <a:pt x="19011" y="84053"/>
                    <a:pt x="45871" y="57631"/>
                    <a:pt x="78818" y="57635"/>
                  </a:cubicBezTo>
                  <a:lnTo>
                    <a:pt x="136453" y="57635"/>
                  </a:lnTo>
                  <a:cubicBezTo>
                    <a:pt x="136317" y="36143"/>
                    <a:pt x="153630" y="18610"/>
                    <a:pt x="175122" y="18474"/>
                  </a:cubicBezTo>
                  <a:cubicBezTo>
                    <a:pt x="175204" y="18473"/>
                    <a:pt x="175287" y="18473"/>
                    <a:pt x="175369" y="18473"/>
                  </a:cubicBezTo>
                  <a:lnTo>
                    <a:pt x="251231" y="18473"/>
                  </a:lnTo>
                  <a:cubicBezTo>
                    <a:pt x="272492" y="18743"/>
                    <a:pt x="289546" y="36127"/>
                    <a:pt x="289408" y="57389"/>
                  </a:cubicBezTo>
                  <a:lnTo>
                    <a:pt x="289408" y="57389"/>
                  </a:lnTo>
                  <a:lnTo>
                    <a:pt x="347044" y="57389"/>
                  </a:lnTo>
                  <a:cubicBezTo>
                    <a:pt x="380278" y="57115"/>
                    <a:pt x="407475" y="83763"/>
                    <a:pt x="407881" y="116995"/>
                  </a:cubicBezTo>
                  <a:close/>
                  <a:moveTo>
                    <a:pt x="36453" y="157389"/>
                  </a:moveTo>
                  <a:lnTo>
                    <a:pt x="389901" y="157389"/>
                  </a:lnTo>
                  <a:lnTo>
                    <a:pt x="389901" y="456896"/>
                  </a:lnTo>
                  <a:cubicBezTo>
                    <a:pt x="390566" y="481746"/>
                    <a:pt x="373699" y="503649"/>
                    <a:pt x="349507" y="509359"/>
                  </a:cubicBezTo>
                  <a:cubicBezTo>
                    <a:pt x="345261" y="510553"/>
                    <a:pt x="340864" y="511132"/>
                    <a:pt x="336453" y="511083"/>
                  </a:cubicBezTo>
                  <a:lnTo>
                    <a:pt x="87931" y="511083"/>
                  </a:lnTo>
                  <a:cubicBezTo>
                    <a:pt x="58828" y="510410"/>
                    <a:pt x="35780" y="486273"/>
                    <a:pt x="36452" y="457172"/>
                  </a:cubicBezTo>
                  <a:cubicBezTo>
                    <a:pt x="36453" y="457162"/>
                    <a:pt x="36453" y="457152"/>
                    <a:pt x="36453" y="457142"/>
                  </a:cubicBezTo>
                  <a:lnTo>
                    <a:pt x="36453" y="157635"/>
                  </a:lnTo>
                  <a:close/>
                  <a:moveTo>
                    <a:pt x="282758" y="440640"/>
                  </a:moveTo>
                  <a:cubicBezTo>
                    <a:pt x="282758" y="450433"/>
                    <a:pt x="290699" y="458374"/>
                    <a:pt x="300492" y="458374"/>
                  </a:cubicBezTo>
                  <a:lnTo>
                    <a:pt x="301724" y="458374"/>
                  </a:lnTo>
                  <a:cubicBezTo>
                    <a:pt x="311561" y="457842"/>
                    <a:pt x="319137" y="449497"/>
                    <a:pt x="318719" y="439654"/>
                  </a:cubicBezTo>
                  <a:lnTo>
                    <a:pt x="318719" y="229556"/>
                  </a:lnTo>
                  <a:cubicBezTo>
                    <a:pt x="318960" y="227346"/>
                    <a:pt x="318960" y="225116"/>
                    <a:pt x="318719" y="222906"/>
                  </a:cubicBezTo>
                  <a:cubicBezTo>
                    <a:pt x="315903" y="213383"/>
                    <a:pt x="305901" y="207947"/>
                    <a:pt x="296379" y="210762"/>
                  </a:cubicBezTo>
                  <a:cubicBezTo>
                    <a:pt x="288800" y="213004"/>
                    <a:pt x="283573" y="219930"/>
                    <a:pt x="283497" y="227832"/>
                  </a:cubicBezTo>
                  <a:lnTo>
                    <a:pt x="283497" y="440640"/>
                  </a:lnTo>
                  <a:close/>
                  <a:moveTo>
                    <a:pt x="194088" y="440640"/>
                  </a:moveTo>
                  <a:cubicBezTo>
                    <a:pt x="194088" y="450433"/>
                    <a:pt x="202028" y="458374"/>
                    <a:pt x="211822" y="458374"/>
                  </a:cubicBezTo>
                  <a:lnTo>
                    <a:pt x="215517" y="458374"/>
                  </a:lnTo>
                  <a:cubicBezTo>
                    <a:pt x="225220" y="457714"/>
                    <a:pt x="232582" y="449364"/>
                    <a:pt x="232019" y="439654"/>
                  </a:cubicBezTo>
                  <a:lnTo>
                    <a:pt x="232019" y="229310"/>
                  </a:lnTo>
                  <a:cubicBezTo>
                    <a:pt x="232513" y="227204"/>
                    <a:pt x="232513" y="225012"/>
                    <a:pt x="232019" y="222906"/>
                  </a:cubicBezTo>
                  <a:cubicBezTo>
                    <a:pt x="229874" y="215059"/>
                    <a:pt x="222665" y="209677"/>
                    <a:pt x="214532" y="209852"/>
                  </a:cubicBezTo>
                  <a:cubicBezTo>
                    <a:pt x="204698" y="210120"/>
                    <a:pt x="196906" y="218242"/>
                    <a:pt x="197044" y="228078"/>
                  </a:cubicBezTo>
                  <a:lnTo>
                    <a:pt x="197044" y="440640"/>
                  </a:lnTo>
                  <a:close/>
                  <a:moveTo>
                    <a:pt x="105419" y="440640"/>
                  </a:moveTo>
                  <a:cubicBezTo>
                    <a:pt x="105419" y="450433"/>
                    <a:pt x="113358" y="458374"/>
                    <a:pt x="123153" y="458374"/>
                  </a:cubicBezTo>
                  <a:lnTo>
                    <a:pt x="123153" y="458374"/>
                  </a:lnTo>
                  <a:cubicBezTo>
                    <a:pt x="132794" y="458943"/>
                    <a:pt x="141071" y="451588"/>
                    <a:pt x="141641" y="441948"/>
                  </a:cubicBezTo>
                  <a:cubicBezTo>
                    <a:pt x="141686" y="441184"/>
                    <a:pt x="141681" y="440418"/>
                    <a:pt x="141625" y="439654"/>
                  </a:cubicBezTo>
                  <a:lnTo>
                    <a:pt x="141625" y="229310"/>
                  </a:lnTo>
                  <a:cubicBezTo>
                    <a:pt x="142119" y="227204"/>
                    <a:pt x="142119" y="225012"/>
                    <a:pt x="141625" y="222906"/>
                  </a:cubicBezTo>
                  <a:cubicBezTo>
                    <a:pt x="139427" y="213362"/>
                    <a:pt x="129908" y="207407"/>
                    <a:pt x="120363" y="209605"/>
                  </a:cubicBezTo>
                  <a:cubicBezTo>
                    <a:pt x="111876" y="211560"/>
                    <a:pt x="106065" y="219389"/>
                    <a:pt x="106650" y="228078"/>
                  </a:cubicBezTo>
                  <a:lnTo>
                    <a:pt x="106650" y="44064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PT"/>
            </a:p>
          </p:txBody>
        </p:sp>
      </p:grp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88DC1F28-E3FD-416B-8C76-7556A49440F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4B73C415-D670-4716-A5EC-CC4D52CA2BAC}" type="slidenum">
              <a:rPr lang="pt-PT" smtClean="0"/>
              <a:pPr/>
              <a:t>11</a:t>
            </a:fld>
            <a:endParaRPr lang="pt-PT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61A02E3A-E7B4-45B1-9EBC-3DB4D41F5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err="1"/>
              <a:t>How</a:t>
            </a:r>
            <a:r>
              <a:rPr lang="pt-PT"/>
              <a:t> to customize </a:t>
            </a:r>
            <a:r>
              <a:rPr lang="pt-PT" err="1"/>
              <a:t>this</a:t>
            </a:r>
            <a:r>
              <a:rPr lang="pt-PT"/>
              <a:t> </a:t>
            </a:r>
            <a:r>
              <a:rPr lang="pt-PT" err="1"/>
              <a:t>template</a:t>
            </a:r>
            <a:endParaRPr lang="pt-PT"/>
          </a:p>
        </p:txBody>
      </p:sp>
      <p:sp>
        <p:nvSpPr>
          <p:cNvPr id="32" name="Imagem 18" title="Seta de Instruções do Modelo">
            <a:extLst>
              <a:ext uri="{FF2B5EF4-FFF2-40B4-BE49-F238E27FC236}">
                <a16:creationId xmlns:a16="http://schemas.microsoft.com/office/drawing/2014/main" id="{1C423936-E785-4AA4-AE30-B44E99C3D5C5}"/>
              </a:ext>
            </a:extLst>
          </p:cNvPr>
          <p:cNvSpPr/>
          <p:nvPr/>
        </p:nvSpPr>
        <p:spPr>
          <a:xfrm rot="5780139" flipV="1">
            <a:off x="3298217" y="4435197"/>
            <a:ext cx="559052" cy="909546"/>
          </a:xfrm>
          <a:custGeom>
            <a:avLst/>
            <a:gdLst>
              <a:gd name="connsiteX0" fmla="*/ 27380 w 542925"/>
              <a:gd name="connsiteY0" fmla="*/ 669232 h 676275"/>
              <a:gd name="connsiteX1" fmla="*/ 138823 w 542925"/>
              <a:gd name="connsiteY1" fmla="*/ 376814 h 676275"/>
              <a:gd name="connsiteX2" fmla="*/ 352183 w 542925"/>
              <a:gd name="connsiteY2" fmla="*/ 147262 h 676275"/>
              <a:gd name="connsiteX3" fmla="*/ 485533 w 542925"/>
              <a:gd name="connsiteY3" fmla="*/ 68204 h 676275"/>
              <a:gd name="connsiteX4" fmla="*/ 469340 w 542925"/>
              <a:gd name="connsiteY4" fmla="*/ 96779 h 676275"/>
              <a:gd name="connsiteX5" fmla="*/ 416953 w 542925"/>
              <a:gd name="connsiteY5" fmla="*/ 192029 h 676275"/>
              <a:gd name="connsiteX6" fmla="*/ 433145 w 542925"/>
              <a:gd name="connsiteY6" fmla="*/ 216794 h 676275"/>
              <a:gd name="connsiteX7" fmla="*/ 484580 w 542925"/>
              <a:gd name="connsiteY7" fmla="*/ 124402 h 676275"/>
              <a:gd name="connsiteX8" fmla="*/ 509345 w 542925"/>
              <a:gd name="connsiteY8" fmla="*/ 78682 h 676275"/>
              <a:gd name="connsiteX9" fmla="*/ 536015 w 542925"/>
              <a:gd name="connsiteY9" fmla="*/ 37724 h 676275"/>
              <a:gd name="connsiteX10" fmla="*/ 524585 w 542925"/>
              <a:gd name="connsiteY10" fmla="*/ 7244 h 676275"/>
              <a:gd name="connsiteX11" fmla="*/ 297890 w 542925"/>
              <a:gd name="connsiteY11" fmla="*/ 39629 h 676275"/>
              <a:gd name="connsiteX12" fmla="*/ 307415 w 542925"/>
              <a:gd name="connsiteY12" fmla="*/ 71062 h 676275"/>
              <a:gd name="connsiteX13" fmla="*/ 436003 w 542925"/>
              <a:gd name="connsiteY13" fmla="*/ 54869 h 676275"/>
              <a:gd name="connsiteX14" fmla="*/ 233120 w 542925"/>
              <a:gd name="connsiteY14" fmla="*/ 208222 h 676275"/>
              <a:gd name="connsiteX15" fmla="*/ 57860 w 542925"/>
              <a:gd name="connsiteY15" fmla="*/ 473969 h 676275"/>
              <a:gd name="connsiteX16" fmla="*/ 7378 w 542925"/>
              <a:gd name="connsiteY16" fmla="*/ 648277 h 676275"/>
              <a:gd name="connsiteX17" fmla="*/ 14045 w 542925"/>
              <a:gd name="connsiteY17" fmla="*/ 670184 h 676275"/>
              <a:gd name="connsiteX18" fmla="*/ 27380 w 542925"/>
              <a:gd name="connsiteY18" fmla="*/ 669232 h 676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2925" h="676275">
                <a:moveTo>
                  <a:pt x="27380" y="669232"/>
                </a:moveTo>
                <a:cubicBezTo>
                  <a:pt x="44525" y="565409"/>
                  <a:pt x="83578" y="465397"/>
                  <a:pt x="138823" y="376814"/>
                </a:cubicBezTo>
                <a:cubicBezTo>
                  <a:pt x="195020" y="288232"/>
                  <a:pt x="267410" y="209174"/>
                  <a:pt x="352183" y="147262"/>
                </a:cubicBezTo>
                <a:cubicBezTo>
                  <a:pt x="394093" y="116782"/>
                  <a:pt x="438860" y="90112"/>
                  <a:pt x="485533" y="68204"/>
                </a:cubicBezTo>
                <a:cubicBezTo>
                  <a:pt x="479818" y="77729"/>
                  <a:pt x="475055" y="87254"/>
                  <a:pt x="469340" y="96779"/>
                </a:cubicBezTo>
                <a:cubicBezTo>
                  <a:pt x="452195" y="128212"/>
                  <a:pt x="434098" y="160597"/>
                  <a:pt x="416953" y="192029"/>
                </a:cubicBezTo>
                <a:cubicBezTo>
                  <a:pt x="412190" y="201554"/>
                  <a:pt x="425525" y="230129"/>
                  <a:pt x="433145" y="216794"/>
                </a:cubicBezTo>
                <a:cubicBezTo>
                  <a:pt x="450290" y="186314"/>
                  <a:pt x="467435" y="154882"/>
                  <a:pt x="484580" y="124402"/>
                </a:cubicBezTo>
                <a:cubicBezTo>
                  <a:pt x="493153" y="109162"/>
                  <a:pt x="501725" y="93922"/>
                  <a:pt x="509345" y="78682"/>
                </a:cubicBezTo>
                <a:cubicBezTo>
                  <a:pt x="516965" y="64394"/>
                  <a:pt x="523633" y="48202"/>
                  <a:pt x="536015" y="37724"/>
                </a:cubicBezTo>
                <a:cubicBezTo>
                  <a:pt x="543635" y="31057"/>
                  <a:pt x="535063" y="5339"/>
                  <a:pt x="524585" y="7244"/>
                </a:cubicBezTo>
                <a:cubicBezTo>
                  <a:pt x="449338" y="21532"/>
                  <a:pt x="374090" y="32009"/>
                  <a:pt x="297890" y="39629"/>
                </a:cubicBezTo>
                <a:cubicBezTo>
                  <a:pt x="287413" y="40582"/>
                  <a:pt x="295033" y="72967"/>
                  <a:pt x="307415" y="71062"/>
                </a:cubicBezTo>
                <a:cubicBezTo>
                  <a:pt x="350278" y="66299"/>
                  <a:pt x="393140" y="61537"/>
                  <a:pt x="436003" y="54869"/>
                </a:cubicBezTo>
                <a:cubicBezTo>
                  <a:pt x="360755" y="94874"/>
                  <a:pt x="292175" y="147262"/>
                  <a:pt x="233120" y="208222"/>
                </a:cubicBezTo>
                <a:cubicBezTo>
                  <a:pt x="158825" y="284422"/>
                  <a:pt x="98818" y="375862"/>
                  <a:pt x="57860" y="473969"/>
                </a:cubicBezTo>
                <a:cubicBezTo>
                  <a:pt x="35000" y="530167"/>
                  <a:pt x="17855" y="588269"/>
                  <a:pt x="7378" y="648277"/>
                </a:cubicBezTo>
                <a:cubicBezTo>
                  <a:pt x="6425" y="655897"/>
                  <a:pt x="8330" y="665422"/>
                  <a:pt x="14045" y="670184"/>
                </a:cubicBezTo>
                <a:cubicBezTo>
                  <a:pt x="20713" y="676852"/>
                  <a:pt x="25475" y="675899"/>
                  <a:pt x="27380" y="669232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rtl="0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425918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6462_TF16411250.potx" id="{6F743643-5F89-43EA-9F32-EA73F1D9D0E1}" vid="{2AA69D63-689F-4127-8868-3E4F758407F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2218FC-8412-44B9-9E82-D51F1F531141}">
  <ds:schemaRefs>
    <ds:schemaRef ds:uri="6dc4bcd6-49db-4c07-9060-8acfc67cef9f"/>
    <ds:schemaRef ds:uri="http://schemas.microsoft.com/office/infopath/2007/PartnerControls"/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fb0879af-3eba-417a-a55a-ffe6dcd6ca77"/>
    <ds:schemaRef ds:uri="http://schemas.microsoft.com/sharepoint/v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64A4C9D-F801-4923-BC6D-E0006F5123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empresarial – tema claro</Template>
  <TotalTime>0</TotalTime>
  <Words>485</Words>
  <Application>Microsoft Office PowerPoint</Application>
  <PresentationFormat>Ecrã Panorâmico</PresentationFormat>
  <Paragraphs>111</Paragraphs>
  <Slides>11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Candara</vt:lpstr>
      <vt:lpstr>Corbel</vt:lpstr>
      <vt:lpstr>Times New Roman</vt:lpstr>
      <vt:lpstr>Wingdings</vt:lpstr>
      <vt:lpstr>Tema do Office</vt:lpstr>
      <vt:lpstr>Título da Apresentação</vt:lpstr>
      <vt:lpstr>Sobre Nós</vt:lpstr>
      <vt:lpstr>O Nosso Compromisso</vt:lpstr>
      <vt:lpstr>Opção de Separador de Secção 1</vt:lpstr>
      <vt:lpstr>Comparação</vt:lpstr>
      <vt:lpstr>Opção de Separador de Secção 2</vt:lpstr>
      <vt:lpstr>Opções do Gráfico</vt:lpstr>
      <vt:lpstr>Tabela</vt:lpstr>
      <vt:lpstr>Large image</vt:lpstr>
      <vt:lpstr>Obrigado</vt:lpstr>
      <vt:lpstr>How to customize this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2023-03-10T10:20:09Z</dcterms:created>
  <dcterms:modified xsi:type="dcterms:W3CDTF">2023-03-10T10:20:39Z</dcterms:modified>
</cp:coreProperties>
</file>